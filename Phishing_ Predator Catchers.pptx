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 id="214748369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Lora Medium"/>
      <p:regular r:id="rId24"/>
      <p:bold r:id="rId25"/>
      <p:italic r:id="rId26"/>
      <p:boldItalic r:id="rId27"/>
    </p:embeddedFont>
    <p:embeddedFont>
      <p:font typeface="DM Sans Medium"/>
      <p:regular r:id="rId28"/>
      <p:bold r:id="rId29"/>
      <p:italic r:id="rId30"/>
      <p:boldItalic r:id="rId31"/>
    </p:embeddedFont>
    <p:embeddedFont>
      <p:font typeface="Chakra Petch Medium"/>
      <p:regular r:id="rId32"/>
      <p:bold r:id="rId33"/>
      <p:italic r:id="rId34"/>
      <p:boldItalic r:id="rId35"/>
    </p:embeddedFont>
    <p:embeddedFont>
      <p:font typeface="Lora"/>
      <p:regular r:id="rId36"/>
      <p:bold r:id="rId37"/>
      <p:italic r:id="rId38"/>
      <p:boldItalic r:id="rId39"/>
    </p:embeddedFont>
    <p:embeddedFont>
      <p:font typeface="Chakra Petch SemiBold"/>
      <p:regular r:id="rId40"/>
      <p:bold r:id="rId41"/>
      <p:italic r:id="rId42"/>
      <p:boldItalic r:id="rId43"/>
    </p:embeddedFont>
    <p:embeddedFont>
      <p:font typeface="DM Sans"/>
      <p:regular r:id="rId44"/>
      <p:bold r:id="rId45"/>
      <p:italic r:id="rId46"/>
      <p:boldItalic r:id="rId47"/>
    </p:embeddedFont>
    <p:embeddedFont>
      <p:font typeface="Comfortaa"/>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hakraPetchSemiBold-regular.fntdata"/><Relationship Id="rId42" Type="http://schemas.openxmlformats.org/officeDocument/2006/relationships/font" Target="fonts/ChakraPetchSemiBold-italic.fntdata"/><Relationship Id="rId41" Type="http://schemas.openxmlformats.org/officeDocument/2006/relationships/font" Target="fonts/ChakraPetchSemiBold-bold.fntdata"/><Relationship Id="rId44" Type="http://schemas.openxmlformats.org/officeDocument/2006/relationships/font" Target="fonts/DMSans-regular.fntdata"/><Relationship Id="rId43" Type="http://schemas.openxmlformats.org/officeDocument/2006/relationships/font" Target="fonts/ChakraPetchSemiBold-boldItalic.fntdata"/><Relationship Id="rId46" Type="http://schemas.openxmlformats.org/officeDocument/2006/relationships/font" Target="fonts/DMSans-italic.fntdata"/><Relationship Id="rId45" Type="http://schemas.openxmlformats.org/officeDocument/2006/relationships/font" Target="fonts/DM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Comfortaa-regular.fntdata"/><Relationship Id="rId47" Type="http://schemas.openxmlformats.org/officeDocument/2006/relationships/font" Target="fonts/DMSans-boldItalic.fntdata"/><Relationship Id="rId49" Type="http://schemas.openxmlformats.org/officeDocument/2006/relationships/font" Target="fonts/Comfortaa-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Medium-boldItalic.fntdata"/><Relationship Id="rId30" Type="http://schemas.openxmlformats.org/officeDocument/2006/relationships/font" Target="fonts/DMSansMedium-italic.fntdata"/><Relationship Id="rId33" Type="http://schemas.openxmlformats.org/officeDocument/2006/relationships/font" Target="fonts/ChakraPetchMedium-bold.fntdata"/><Relationship Id="rId32" Type="http://schemas.openxmlformats.org/officeDocument/2006/relationships/font" Target="fonts/ChakraPetchMedium-regular.fntdata"/><Relationship Id="rId35" Type="http://schemas.openxmlformats.org/officeDocument/2006/relationships/font" Target="fonts/ChakraPetchMedium-boldItalic.fntdata"/><Relationship Id="rId34" Type="http://schemas.openxmlformats.org/officeDocument/2006/relationships/font" Target="fonts/ChakraPetchMedium-italic.fntdata"/><Relationship Id="rId37" Type="http://schemas.openxmlformats.org/officeDocument/2006/relationships/font" Target="fonts/Lora-bold.fntdata"/><Relationship Id="rId36" Type="http://schemas.openxmlformats.org/officeDocument/2006/relationships/font" Target="fonts/Lora-regular.fntdata"/><Relationship Id="rId39" Type="http://schemas.openxmlformats.org/officeDocument/2006/relationships/font" Target="fonts/Lora-boldItalic.fntdata"/><Relationship Id="rId38" Type="http://schemas.openxmlformats.org/officeDocument/2006/relationships/font" Target="fonts/Lora-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LoraMedium-regular.fntdata"/><Relationship Id="rId23" Type="http://schemas.openxmlformats.org/officeDocument/2006/relationships/slide" Target="slides/slide17.xml"/><Relationship Id="rId26" Type="http://schemas.openxmlformats.org/officeDocument/2006/relationships/font" Target="fonts/LoraMedium-italic.fntdata"/><Relationship Id="rId25" Type="http://schemas.openxmlformats.org/officeDocument/2006/relationships/font" Target="fonts/LoraMedium-bold.fntdata"/><Relationship Id="rId28" Type="http://schemas.openxmlformats.org/officeDocument/2006/relationships/font" Target="fonts/DMSansMedium-regular.fntdata"/><Relationship Id="rId27" Type="http://schemas.openxmlformats.org/officeDocument/2006/relationships/font" Target="fonts/LoraMedium-boldItalic.fntdata"/><Relationship Id="rId29" Type="http://schemas.openxmlformats.org/officeDocument/2006/relationships/font" Target="fonts/DMSansMedium-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e752505d43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e752505d43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e752505d43_2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e752505d43_2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e752505d43_2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e752505d43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e752505d43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e752505d43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e752505d43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e752505d43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e752505d43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e752505d43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752505d43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752505d4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e752505d43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e752505d43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e752505d43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e752505d43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e752505d43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e752505d43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e752505d43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e752505d43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752505d43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e752505d43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e752505d4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e752505d4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e8670e27a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e8670e27a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e752505d43_0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e752505d43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752505d43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752505d43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e752505d43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e752505d43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0" name="Google Shape;60;p1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62" name="Shape 62"/>
        <p:cNvGrpSpPr/>
        <p:nvPr/>
      </p:nvGrpSpPr>
      <p:grpSpPr>
        <a:xfrm>
          <a:off x="0" y="0"/>
          <a:ext cx="0" cy="0"/>
          <a:chOff x="0" y="0"/>
          <a:chExt cx="0" cy="0"/>
        </a:xfrm>
      </p:grpSpPr>
      <p:sp>
        <p:nvSpPr>
          <p:cNvPr id="63" name="Google Shape;63;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5" name="Google Shape;65;p1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6" name="Google Shape;66;p1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7350" lvl="0" marL="457200">
              <a:spcBef>
                <a:spcPts val="0"/>
              </a:spcBef>
              <a:spcAft>
                <a:spcPts val="0"/>
              </a:spcAft>
              <a:buSzPts val="25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lt1"/>
        </a:solidFill>
      </p:bgPr>
    </p:bg>
    <p:spTree>
      <p:nvGrpSpPr>
        <p:cNvPr id="68" name="Shape 68"/>
        <p:cNvGrpSpPr/>
        <p:nvPr/>
      </p:nvGrpSpPr>
      <p:grpSpPr>
        <a:xfrm>
          <a:off x="0" y="0"/>
          <a:ext cx="0" cy="0"/>
          <a:chOff x="0" y="0"/>
          <a:chExt cx="0" cy="0"/>
        </a:xfrm>
      </p:grpSpPr>
      <p:sp>
        <p:nvSpPr>
          <p:cNvPr id="69" name="Google Shape;69;p17"/>
          <p:cNvSpPr/>
          <p:nvPr/>
        </p:nvSpPr>
        <p:spPr>
          <a:xfrm flipH="1">
            <a:off x="365550" y="363450"/>
            <a:ext cx="8412900" cy="4416600"/>
          </a:xfrm>
          <a:prstGeom prst="snip2DiagRect">
            <a:avLst>
              <a:gd fmla="val 0" name="adj1"/>
              <a:gd fmla="val 31816"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 name="Google Shape;70;p17"/>
          <p:cNvSpPr txBox="1"/>
          <p:nvPr>
            <p:ph type="ctrTitle"/>
          </p:nvPr>
        </p:nvSpPr>
        <p:spPr>
          <a:xfrm>
            <a:off x="1765375" y="363450"/>
            <a:ext cx="5614500" cy="3383400"/>
          </a:xfrm>
          <a:prstGeom prst="rect">
            <a:avLst/>
          </a:prstGeom>
        </p:spPr>
        <p:txBody>
          <a:bodyPr anchorCtr="0" anchor="t" bIns="91425" lIns="91425" spcFirstLastPara="1" rIns="91425" wrap="square" tIns="91425">
            <a:noAutofit/>
          </a:bodyPr>
          <a:lstStyle>
            <a:lvl1pPr lvl="0">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1pPr>
            <a:lvl2pPr lvl="1">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2pPr>
            <a:lvl3pPr lvl="2">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3pPr>
            <a:lvl4pPr lvl="3">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4pPr>
            <a:lvl5pPr lvl="4">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5pPr>
            <a:lvl6pPr lvl="5">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6pPr>
            <a:lvl7pPr lvl="6">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7pPr>
            <a:lvl8pPr lvl="7">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8pPr>
            <a:lvl9pPr lvl="8">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9pPr>
          </a:lstStyle>
          <a:p/>
        </p:txBody>
      </p:sp>
      <p:sp>
        <p:nvSpPr>
          <p:cNvPr id="71" name="Google Shape;71;p17"/>
          <p:cNvSpPr txBox="1"/>
          <p:nvPr>
            <p:ph idx="1" type="subTitle"/>
          </p:nvPr>
        </p:nvSpPr>
        <p:spPr>
          <a:xfrm>
            <a:off x="1765375" y="4137750"/>
            <a:ext cx="5614500" cy="493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1pPr>
            <a:lvl2pPr lvl="1">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2pPr>
            <a:lvl3pPr lvl="2">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3pPr>
            <a:lvl4pPr lvl="3">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4pPr>
            <a:lvl5pPr lvl="4">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5pPr>
            <a:lvl6pPr lvl="5">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6pPr>
            <a:lvl7pPr lvl="6">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7pPr>
            <a:lvl8pPr lvl="7">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8pPr>
            <a:lvl9pPr lvl="8">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9pPr>
          </a:lstStyle>
          <a:p/>
        </p:txBody>
      </p:sp>
      <p:sp>
        <p:nvSpPr>
          <p:cNvPr id="72" name="Google Shape;72;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atin typeface="DM Sans"/>
                <a:ea typeface="DM Sans"/>
                <a:cs typeface="DM Sans"/>
                <a:sym typeface="DM Sans"/>
              </a:defRPr>
            </a:lvl1pPr>
            <a:lvl2pPr lvl="1">
              <a:buNone/>
              <a:defRPr sz="1300">
                <a:latin typeface="DM Sans"/>
                <a:ea typeface="DM Sans"/>
                <a:cs typeface="DM Sans"/>
                <a:sym typeface="DM Sans"/>
              </a:defRPr>
            </a:lvl2pPr>
            <a:lvl3pPr lvl="2">
              <a:buNone/>
              <a:defRPr sz="1300">
                <a:latin typeface="DM Sans"/>
                <a:ea typeface="DM Sans"/>
                <a:cs typeface="DM Sans"/>
                <a:sym typeface="DM Sans"/>
              </a:defRPr>
            </a:lvl3pPr>
            <a:lvl4pPr lvl="3">
              <a:buNone/>
              <a:defRPr sz="1300">
                <a:latin typeface="DM Sans"/>
                <a:ea typeface="DM Sans"/>
                <a:cs typeface="DM Sans"/>
                <a:sym typeface="DM Sans"/>
              </a:defRPr>
            </a:lvl4pPr>
            <a:lvl5pPr lvl="4">
              <a:buNone/>
              <a:defRPr sz="1300">
                <a:latin typeface="DM Sans"/>
                <a:ea typeface="DM Sans"/>
                <a:cs typeface="DM Sans"/>
                <a:sym typeface="DM Sans"/>
              </a:defRPr>
            </a:lvl5pPr>
            <a:lvl6pPr lvl="5">
              <a:buNone/>
              <a:defRPr sz="1300">
                <a:latin typeface="DM Sans"/>
                <a:ea typeface="DM Sans"/>
                <a:cs typeface="DM Sans"/>
                <a:sym typeface="DM Sans"/>
              </a:defRPr>
            </a:lvl6pPr>
            <a:lvl7pPr lvl="6">
              <a:buNone/>
              <a:defRPr sz="1300">
                <a:latin typeface="DM Sans"/>
                <a:ea typeface="DM Sans"/>
                <a:cs typeface="DM Sans"/>
                <a:sym typeface="DM Sans"/>
              </a:defRPr>
            </a:lvl7pPr>
            <a:lvl8pPr lvl="7">
              <a:buNone/>
              <a:defRPr sz="1300">
                <a:latin typeface="DM Sans"/>
                <a:ea typeface="DM Sans"/>
                <a:cs typeface="DM Sans"/>
                <a:sym typeface="DM Sans"/>
              </a:defRPr>
            </a:lvl8pPr>
            <a:lvl9pPr lvl="8">
              <a:buNone/>
              <a:defRPr sz="1300">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ith headers" type="secHead">
  <p:cSld name="SECTION_HEADER">
    <p:spTree>
      <p:nvGrpSpPr>
        <p:cNvPr id="73" name="Shape 73"/>
        <p:cNvGrpSpPr/>
        <p:nvPr/>
      </p:nvGrpSpPr>
      <p:grpSpPr>
        <a:xfrm>
          <a:off x="0" y="0"/>
          <a:ext cx="0" cy="0"/>
          <a:chOff x="0" y="0"/>
          <a:chExt cx="0" cy="0"/>
        </a:xfrm>
      </p:grpSpPr>
      <p:sp>
        <p:nvSpPr>
          <p:cNvPr id="74" name="Google Shape;74;p18"/>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5" name="Google Shape;75;p18"/>
          <p:cNvSpPr/>
          <p:nvPr/>
        </p:nvSpPr>
        <p:spPr>
          <a:xfrm>
            <a:off x="365550" y="363450"/>
            <a:ext cx="8412900" cy="4416600"/>
          </a:xfrm>
          <a:prstGeom prst="snip2DiagRect">
            <a:avLst>
              <a:gd fmla="val 0" name="adj1"/>
              <a:gd fmla="val 20836"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6" name="Google Shape;76;p18"/>
          <p:cNvSpPr txBox="1"/>
          <p:nvPr>
            <p:ph type="title"/>
          </p:nvPr>
        </p:nvSpPr>
        <p:spPr>
          <a:xfrm>
            <a:off x="1127850" y="169123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None/>
              <a:defRPr>
                <a:solidFill>
                  <a:schemeClr val="dk1"/>
                </a:solidFill>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77" name="Google Shape;77;p18"/>
          <p:cNvSpPr txBox="1"/>
          <p:nvPr>
            <p:ph idx="1" type="body"/>
          </p:nvPr>
        </p:nvSpPr>
        <p:spPr>
          <a:xfrm>
            <a:off x="1127850" y="2491658"/>
            <a:ext cx="6885300" cy="960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2"/>
              </a:buClr>
              <a:buSzPts val="2000"/>
              <a:buChar char="●"/>
              <a:defRPr sz="2000">
                <a:solidFill>
                  <a:schemeClr val="dk2"/>
                </a:solidFill>
              </a:defRPr>
            </a:lvl1pPr>
            <a:lvl2pPr indent="-355600" lvl="1" marL="914400">
              <a:spcBef>
                <a:spcPts val="0"/>
              </a:spcBef>
              <a:spcAft>
                <a:spcPts val="0"/>
              </a:spcAft>
              <a:buClr>
                <a:schemeClr val="dk2"/>
              </a:buClr>
              <a:buSzPts val="2000"/>
              <a:buChar char="○"/>
              <a:defRPr sz="2000">
                <a:solidFill>
                  <a:schemeClr val="dk2"/>
                </a:solidFill>
              </a:defRPr>
            </a:lvl2pPr>
            <a:lvl3pPr indent="-355600" lvl="2" marL="1371600">
              <a:spcBef>
                <a:spcPts val="0"/>
              </a:spcBef>
              <a:spcAft>
                <a:spcPts val="0"/>
              </a:spcAft>
              <a:buClr>
                <a:schemeClr val="dk2"/>
              </a:buClr>
              <a:buSzPts val="2000"/>
              <a:buChar char="■"/>
              <a:defRPr sz="2000">
                <a:solidFill>
                  <a:schemeClr val="dk2"/>
                </a:solidFill>
              </a:defRPr>
            </a:lvl3pPr>
            <a:lvl4pPr indent="-355600" lvl="3" marL="1828800">
              <a:spcBef>
                <a:spcPts val="0"/>
              </a:spcBef>
              <a:spcAft>
                <a:spcPts val="0"/>
              </a:spcAft>
              <a:buClr>
                <a:schemeClr val="dk2"/>
              </a:buClr>
              <a:buSzPts val="2000"/>
              <a:buChar char="●"/>
              <a:defRPr sz="2000">
                <a:solidFill>
                  <a:schemeClr val="dk2"/>
                </a:solidFill>
              </a:defRPr>
            </a:lvl4pPr>
            <a:lvl5pPr indent="-355600" lvl="4" marL="2286000">
              <a:spcBef>
                <a:spcPts val="0"/>
              </a:spcBef>
              <a:spcAft>
                <a:spcPts val="0"/>
              </a:spcAft>
              <a:buClr>
                <a:schemeClr val="dk2"/>
              </a:buClr>
              <a:buSzPts val="2000"/>
              <a:buChar char="○"/>
              <a:defRPr sz="2000">
                <a:solidFill>
                  <a:schemeClr val="dk2"/>
                </a:solidFill>
              </a:defRPr>
            </a:lvl5pPr>
            <a:lvl6pPr indent="-355600" lvl="5" marL="2743200">
              <a:spcBef>
                <a:spcPts val="0"/>
              </a:spcBef>
              <a:spcAft>
                <a:spcPts val="0"/>
              </a:spcAft>
              <a:buClr>
                <a:schemeClr val="dk2"/>
              </a:buClr>
              <a:buSzPts val="2000"/>
              <a:buChar char="■"/>
              <a:defRPr sz="2000">
                <a:solidFill>
                  <a:schemeClr val="dk2"/>
                </a:solidFill>
              </a:defRPr>
            </a:lvl6pPr>
            <a:lvl7pPr indent="-355600" lvl="6" marL="3200400">
              <a:spcBef>
                <a:spcPts val="0"/>
              </a:spcBef>
              <a:spcAft>
                <a:spcPts val="0"/>
              </a:spcAft>
              <a:buClr>
                <a:schemeClr val="dk2"/>
              </a:buClr>
              <a:buSzPts val="2000"/>
              <a:buChar char="●"/>
              <a:defRPr sz="2000">
                <a:solidFill>
                  <a:schemeClr val="dk2"/>
                </a:solidFill>
              </a:defRPr>
            </a:lvl7pPr>
            <a:lvl8pPr indent="-355600" lvl="7" marL="3657600">
              <a:spcBef>
                <a:spcPts val="0"/>
              </a:spcBef>
              <a:spcAft>
                <a:spcPts val="0"/>
              </a:spcAft>
              <a:buClr>
                <a:schemeClr val="dk2"/>
              </a:buClr>
              <a:buSzPts val="2000"/>
              <a:buChar char="○"/>
              <a:defRPr sz="2000">
                <a:solidFill>
                  <a:schemeClr val="dk2"/>
                </a:solidFill>
              </a:defRPr>
            </a:lvl8pPr>
            <a:lvl9pPr indent="-355600" lvl="8" marL="4114800">
              <a:spcBef>
                <a:spcPts val="0"/>
              </a:spcBef>
              <a:spcAft>
                <a:spcPts val="0"/>
              </a:spcAft>
              <a:buClr>
                <a:schemeClr val="dk2"/>
              </a:buClr>
              <a:buSzPts val="2000"/>
              <a:buChar char="■"/>
              <a:defRPr sz="2000">
                <a:solidFill>
                  <a:schemeClr val="dk2"/>
                </a:solidFill>
              </a:defRPr>
            </a:lvl9pPr>
          </a:lstStyle>
          <a:p/>
        </p:txBody>
      </p:sp>
      <p:sp>
        <p:nvSpPr>
          <p:cNvPr id="78" name="Google Shape;78;p18"/>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79" name="Google Shape;79;p18"/>
          <p:cNvSpPr txBox="1"/>
          <p:nvPr>
            <p:ph idx="3"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80" name="Google Shape;80;p1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headers" type="tx">
  <p:cSld name="TITLE_AND_BODY">
    <p:bg>
      <p:bgPr>
        <a:solidFill>
          <a:schemeClr val="dk1"/>
        </a:solidFill>
      </p:bgPr>
    </p:bg>
    <p:spTree>
      <p:nvGrpSpPr>
        <p:cNvPr id="81" name="Shape 81"/>
        <p:cNvGrpSpPr/>
        <p:nvPr/>
      </p:nvGrpSpPr>
      <p:grpSpPr>
        <a:xfrm>
          <a:off x="0" y="0"/>
          <a:ext cx="0" cy="0"/>
          <a:chOff x="0" y="0"/>
          <a:chExt cx="0" cy="0"/>
        </a:xfrm>
      </p:grpSpPr>
      <p:grpSp>
        <p:nvGrpSpPr>
          <p:cNvPr id="82" name="Google Shape;82;p19"/>
          <p:cNvGrpSpPr/>
          <p:nvPr/>
        </p:nvGrpSpPr>
        <p:grpSpPr>
          <a:xfrm>
            <a:off x="0" y="0"/>
            <a:ext cx="9144000" cy="5130000"/>
            <a:chOff x="0" y="0"/>
            <a:chExt cx="9144000" cy="5130000"/>
          </a:xfrm>
        </p:grpSpPr>
        <p:sp>
          <p:nvSpPr>
            <p:cNvPr id="83" name="Google Shape;83;p19"/>
            <p:cNvSpPr/>
            <p:nvPr/>
          </p:nvSpPr>
          <p:spPr>
            <a:xfrm flipH="1">
              <a:off x="175600" y="250800"/>
              <a:ext cx="8603100" cy="4529400"/>
            </a:xfrm>
            <a:prstGeom prst="snip2DiagRect">
              <a:avLst>
                <a:gd fmla="val 0" name="adj1"/>
                <a:gd fmla="val 20836"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84" name="Google Shape;84;p19"/>
            <p:cNvGrpSpPr/>
            <p:nvPr/>
          </p:nvGrpSpPr>
          <p:grpSpPr>
            <a:xfrm>
              <a:off x="0" y="0"/>
              <a:ext cx="9144000" cy="5130000"/>
              <a:chOff x="0" y="0"/>
              <a:chExt cx="9144000" cy="5130000"/>
            </a:xfrm>
          </p:grpSpPr>
          <p:sp>
            <p:nvSpPr>
              <p:cNvPr id="85" name="Google Shape;85;p19"/>
              <p:cNvSpPr/>
              <p:nvPr/>
            </p:nvSpPr>
            <p:spPr>
              <a:xfrm>
                <a:off x="0" y="0"/>
                <a:ext cx="1425000" cy="124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 name="Google Shape;86;p19"/>
              <p:cNvSpPr/>
              <p:nvPr/>
            </p:nvSpPr>
            <p:spPr>
              <a:xfrm>
                <a:off x="0" y="0"/>
                <a:ext cx="9144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 name="Google Shape;87;p19"/>
              <p:cNvSpPr/>
              <p:nvPr/>
            </p:nvSpPr>
            <p:spPr>
              <a:xfrm rot="5400000">
                <a:off x="-2383200" y="2383200"/>
                <a:ext cx="5130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88" name="Google Shape;88;p1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9"/>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90" name="Google Shape;90;p19"/>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91" name="Google Shape;91;p19"/>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1pPr>
            <a:lvl2pPr lvl="1">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2pPr>
            <a:lvl3pPr lvl="2">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3pPr>
            <a:lvl4pPr lvl="3">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4pPr>
            <a:lvl5pPr lvl="4">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5pPr>
            <a:lvl6pPr lvl="5">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6pPr>
            <a:lvl7pPr lvl="6">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7pPr>
            <a:lvl8pPr lvl="7">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8pPr>
            <a:lvl9pPr lvl="8">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Only" type="twoColTx">
  <p:cSld name="TITLE_AND_TWO_COLUMNS">
    <p:bg>
      <p:bgPr>
        <a:solidFill>
          <a:schemeClr val="lt1"/>
        </a:solidFill>
      </p:bgPr>
    </p:bg>
    <p:spTree>
      <p:nvGrpSpPr>
        <p:cNvPr id="92" name="Shape 92"/>
        <p:cNvGrpSpPr/>
        <p:nvPr/>
      </p:nvGrpSpPr>
      <p:grpSpPr>
        <a:xfrm>
          <a:off x="0" y="0"/>
          <a:ext cx="0" cy="0"/>
          <a:chOff x="0" y="0"/>
          <a:chExt cx="0" cy="0"/>
        </a:xfrm>
      </p:grpSpPr>
      <p:sp>
        <p:nvSpPr>
          <p:cNvPr id="93" name="Google Shape;93;p20"/>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4" name="Google Shape;94;p2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5" name="Google Shape;95;p2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20"/>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97" name="Google Shape;97;p20"/>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98" name="Google Shape;98;p20"/>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sp>
        <p:nvSpPr>
          <p:cNvPr id="99" name="Google Shape;99;p20"/>
          <p:cNvSpPr txBox="1"/>
          <p:nvPr>
            <p:ph idx="3" type="body"/>
          </p:nvPr>
        </p:nvSpPr>
        <p:spPr>
          <a:xfrm>
            <a:off x="1022850" y="16931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cxnSp>
        <p:nvCxnSpPr>
          <p:cNvPr id="100" name="Google Shape;100;p20"/>
          <p:cNvCxnSpPr/>
          <p:nvPr/>
        </p:nvCxnSpPr>
        <p:spPr>
          <a:xfrm>
            <a:off x="478850" y="230717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01" name="Google Shape;101;p20"/>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02" name="Google Shape;102;p20"/>
          <p:cNvCxnSpPr/>
          <p:nvPr/>
        </p:nvCxnSpPr>
        <p:spPr>
          <a:xfrm>
            <a:off x="479100" y="2921234"/>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03" name="Google Shape;103;p20"/>
          <p:cNvCxnSpPr/>
          <p:nvPr/>
        </p:nvCxnSpPr>
        <p:spPr>
          <a:xfrm>
            <a:off x="479100" y="3535292"/>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04" name="Google Shape;104;p20"/>
          <p:cNvCxnSpPr/>
          <p:nvPr/>
        </p:nvCxnSpPr>
        <p:spPr>
          <a:xfrm>
            <a:off x="479100" y="4149350"/>
            <a:ext cx="8190300" cy="0"/>
          </a:xfrm>
          <a:prstGeom prst="straightConnector1">
            <a:avLst/>
          </a:prstGeom>
          <a:noFill/>
          <a:ln cap="flat" cmpd="sng" w="19050">
            <a:solidFill>
              <a:schemeClr val="lt2"/>
            </a:solidFill>
            <a:prstDash val="solid"/>
            <a:round/>
            <a:headEnd len="med" w="med" type="none"/>
            <a:tailEnd len="med" w="med" type="none"/>
          </a:ln>
        </p:spPr>
      </p:cxnSp>
      <p:sp>
        <p:nvSpPr>
          <p:cNvPr id="105" name="Google Shape;105;p20"/>
          <p:cNvSpPr txBox="1"/>
          <p:nvPr>
            <p:ph idx="4" type="body"/>
          </p:nvPr>
        </p:nvSpPr>
        <p:spPr>
          <a:xfrm>
            <a:off x="1022850" y="2307163"/>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06" name="Google Shape;106;p20"/>
          <p:cNvSpPr txBox="1"/>
          <p:nvPr>
            <p:ph idx="5" type="body"/>
          </p:nvPr>
        </p:nvSpPr>
        <p:spPr>
          <a:xfrm>
            <a:off x="1022850" y="29212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07" name="Google Shape;107;p20"/>
          <p:cNvSpPr txBox="1"/>
          <p:nvPr>
            <p:ph idx="6" type="body"/>
          </p:nvPr>
        </p:nvSpPr>
        <p:spPr>
          <a:xfrm>
            <a:off x="1022850" y="35353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08" name="Google Shape;108;p20"/>
          <p:cNvSpPr txBox="1"/>
          <p:nvPr>
            <p:ph idx="7" type="body"/>
          </p:nvPr>
        </p:nvSpPr>
        <p:spPr>
          <a:xfrm>
            <a:off x="1022850" y="4149450"/>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Only" type="titleOnly">
  <p:cSld name="TITLE_ONLY">
    <p:spTree>
      <p:nvGrpSpPr>
        <p:cNvPr id="109" name="Shape 109"/>
        <p:cNvGrpSpPr/>
        <p:nvPr/>
      </p:nvGrpSpPr>
      <p:grpSpPr>
        <a:xfrm>
          <a:off x="0" y="0"/>
          <a:ext cx="0" cy="0"/>
          <a:chOff x="0" y="0"/>
          <a:chExt cx="0" cy="0"/>
        </a:xfrm>
      </p:grpSpPr>
      <p:sp>
        <p:nvSpPr>
          <p:cNvPr id="110" name="Google Shape;110;p21"/>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111" name="Google Shape;111;p21"/>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112" name="Google Shape;112;p2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3" name="Google Shape;113;p2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21"/>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115" name="Google Shape;115;p21"/>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116" name="Google Shape;116;p21"/>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117" name="Google Shape;117;p21"/>
          <p:cNvSpPr txBox="1"/>
          <p:nvPr>
            <p:ph idx="3" type="body"/>
          </p:nvPr>
        </p:nvSpPr>
        <p:spPr>
          <a:xfrm>
            <a:off x="478875" y="2398656"/>
            <a:ext cx="81903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118" name="Google Shape;118;p21"/>
          <p:cNvSpPr txBox="1"/>
          <p:nvPr>
            <p:ph idx="4" type="subTitle"/>
          </p:nvPr>
        </p:nvSpPr>
        <p:spPr>
          <a:xfrm>
            <a:off x="478863"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 1 Image">
  <p:cSld name="TITLE_AND_TWO_COLUMNS_1">
    <p:bg>
      <p:bgPr>
        <a:solidFill>
          <a:schemeClr val="lt1"/>
        </a:solidFill>
      </p:bgPr>
    </p:bg>
    <p:spTree>
      <p:nvGrpSpPr>
        <p:cNvPr id="119" name="Shape 119"/>
        <p:cNvGrpSpPr/>
        <p:nvPr/>
      </p:nvGrpSpPr>
      <p:grpSpPr>
        <a:xfrm>
          <a:off x="0" y="0"/>
          <a:ext cx="0" cy="0"/>
          <a:chOff x="0" y="0"/>
          <a:chExt cx="0" cy="0"/>
        </a:xfrm>
      </p:grpSpPr>
      <p:sp>
        <p:nvSpPr>
          <p:cNvPr id="120" name="Google Shape;120;p22"/>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1" name="Google Shape;121;p22"/>
          <p:cNvSpPr/>
          <p:nvPr>
            <p:ph idx="2" type="pic"/>
          </p:nvPr>
        </p:nvSpPr>
        <p:spPr>
          <a:xfrm rot="10800000">
            <a:off x="474125" y="1837225"/>
            <a:ext cx="2661000" cy="2834700"/>
          </a:xfrm>
          <a:prstGeom prst="rect">
            <a:avLst/>
          </a:prstGeom>
          <a:noFill/>
          <a:ln>
            <a:noFill/>
          </a:ln>
        </p:spPr>
      </p:sp>
      <p:sp>
        <p:nvSpPr>
          <p:cNvPr id="122" name="Google Shape;122;p22"/>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23" name="Google Shape;123;p2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2"/>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25" name="Google Shape;125;p22"/>
          <p:cNvSpPr txBox="1"/>
          <p:nvPr>
            <p:ph idx="3"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26" name="Google Shape;126;p22"/>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127" name="Google Shape;127;p22"/>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28" name="Google Shape;128;p22"/>
          <p:cNvCxnSpPr/>
          <p:nvPr/>
        </p:nvCxnSpPr>
        <p:spPr>
          <a:xfrm>
            <a:off x="3239550" y="2306550"/>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29" name="Google Shape;129;p22"/>
          <p:cNvCxnSpPr/>
          <p:nvPr/>
        </p:nvCxnSpPr>
        <p:spPr>
          <a:xfrm>
            <a:off x="3239550" y="2919833"/>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30" name="Google Shape;130;p22"/>
          <p:cNvCxnSpPr/>
          <p:nvPr/>
        </p:nvCxnSpPr>
        <p:spPr>
          <a:xfrm>
            <a:off x="3239550" y="3533117"/>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31" name="Google Shape;131;p22"/>
          <p:cNvCxnSpPr/>
          <p:nvPr/>
        </p:nvCxnSpPr>
        <p:spPr>
          <a:xfrm>
            <a:off x="3239550" y="4146400"/>
            <a:ext cx="5427600" cy="0"/>
          </a:xfrm>
          <a:prstGeom prst="straightConnector1">
            <a:avLst/>
          </a:prstGeom>
          <a:noFill/>
          <a:ln cap="flat" cmpd="sng" w="19050">
            <a:solidFill>
              <a:schemeClr val="lt2"/>
            </a:solidFill>
            <a:prstDash val="solid"/>
            <a:round/>
            <a:headEnd len="med" w="med" type="none"/>
            <a:tailEnd len="med" w="med" type="none"/>
          </a:ln>
        </p:spPr>
      </p:cxnSp>
      <p:sp>
        <p:nvSpPr>
          <p:cNvPr id="132" name="Google Shape;132;p22"/>
          <p:cNvSpPr txBox="1"/>
          <p:nvPr>
            <p:ph idx="4" type="body"/>
          </p:nvPr>
        </p:nvSpPr>
        <p:spPr>
          <a:xfrm>
            <a:off x="3600750" y="16931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33" name="Google Shape;133;p22"/>
          <p:cNvSpPr txBox="1"/>
          <p:nvPr>
            <p:ph idx="5" type="body"/>
          </p:nvPr>
        </p:nvSpPr>
        <p:spPr>
          <a:xfrm>
            <a:off x="3600750" y="2307163"/>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34" name="Google Shape;134;p22"/>
          <p:cNvSpPr txBox="1"/>
          <p:nvPr>
            <p:ph idx="6" type="body"/>
          </p:nvPr>
        </p:nvSpPr>
        <p:spPr>
          <a:xfrm>
            <a:off x="3600750" y="29212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35" name="Google Shape;135;p22"/>
          <p:cNvSpPr txBox="1"/>
          <p:nvPr>
            <p:ph idx="7" type="body"/>
          </p:nvPr>
        </p:nvSpPr>
        <p:spPr>
          <a:xfrm>
            <a:off x="3600750" y="35353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36" name="Google Shape;136;p22"/>
          <p:cNvSpPr txBox="1"/>
          <p:nvPr>
            <p:ph idx="8" type="body"/>
          </p:nvPr>
        </p:nvSpPr>
        <p:spPr>
          <a:xfrm>
            <a:off x="3600750" y="4149450"/>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 1 Image">
  <p:cSld name="TITLE_ONLY_1">
    <p:spTree>
      <p:nvGrpSpPr>
        <p:cNvPr id="137" name="Shape 137"/>
        <p:cNvGrpSpPr/>
        <p:nvPr/>
      </p:nvGrpSpPr>
      <p:grpSpPr>
        <a:xfrm>
          <a:off x="0" y="0"/>
          <a:ext cx="0" cy="0"/>
          <a:chOff x="0" y="0"/>
          <a:chExt cx="0" cy="0"/>
        </a:xfrm>
      </p:grpSpPr>
      <p:sp>
        <p:nvSpPr>
          <p:cNvPr id="138" name="Google Shape;138;p23"/>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9" name="Google Shape;139;p23"/>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40" name="Google Shape;140;p2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23"/>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142" name="Google Shape;142;p23"/>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143" name="Google Shape;143;p23"/>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144" name="Google Shape;144;p23"/>
          <p:cNvCxnSpPr/>
          <p:nvPr/>
        </p:nvCxnSpPr>
        <p:spPr>
          <a:xfrm>
            <a:off x="476850" y="1693125"/>
            <a:ext cx="8190300" cy="0"/>
          </a:xfrm>
          <a:prstGeom prst="straightConnector1">
            <a:avLst/>
          </a:prstGeom>
          <a:noFill/>
          <a:ln cap="flat" cmpd="sng" w="19050">
            <a:solidFill>
              <a:schemeClr val="lt1"/>
            </a:solidFill>
            <a:prstDash val="solid"/>
            <a:round/>
            <a:headEnd len="med" w="med" type="none"/>
            <a:tailEnd len="med" w="med" type="none"/>
          </a:ln>
        </p:spPr>
      </p:cxnSp>
      <p:cxnSp>
        <p:nvCxnSpPr>
          <p:cNvPr id="145" name="Google Shape;145;p23"/>
          <p:cNvCxnSpPr/>
          <p:nvPr/>
        </p:nvCxnSpPr>
        <p:spPr>
          <a:xfrm>
            <a:off x="4695450" y="2306550"/>
            <a:ext cx="3971700" cy="0"/>
          </a:xfrm>
          <a:prstGeom prst="straightConnector1">
            <a:avLst/>
          </a:prstGeom>
          <a:noFill/>
          <a:ln cap="flat" cmpd="sng" w="19050">
            <a:solidFill>
              <a:schemeClr val="lt2"/>
            </a:solidFill>
            <a:prstDash val="solid"/>
            <a:round/>
            <a:headEnd len="med" w="med" type="none"/>
            <a:tailEnd len="med" w="med" type="none"/>
          </a:ln>
        </p:spPr>
      </p:cxnSp>
      <p:sp>
        <p:nvSpPr>
          <p:cNvPr id="146" name="Google Shape;146;p23"/>
          <p:cNvSpPr/>
          <p:nvPr>
            <p:ph idx="3" type="pic"/>
          </p:nvPr>
        </p:nvSpPr>
        <p:spPr>
          <a:xfrm rot="10800000">
            <a:off x="474125" y="1837225"/>
            <a:ext cx="2661000" cy="2834700"/>
          </a:xfrm>
          <a:prstGeom prst="rect">
            <a:avLst/>
          </a:prstGeom>
          <a:noFill/>
          <a:ln>
            <a:noFill/>
          </a:ln>
        </p:spPr>
      </p:sp>
      <p:cxnSp>
        <p:nvCxnSpPr>
          <p:cNvPr id="147" name="Google Shape;147;p23"/>
          <p:cNvCxnSpPr/>
          <p:nvPr/>
        </p:nvCxnSpPr>
        <p:spPr>
          <a:xfrm>
            <a:off x="3239550" y="2306550"/>
            <a:ext cx="5427600" cy="0"/>
          </a:xfrm>
          <a:prstGeom prst="straightConnector1">
            <a:avLst/>
          </a:prstGeom>
          <a:noFill/>
          <a:ln cap="flat" cmpd="sng" w="19050">
            <a:solidFill>
              <a:schemeClr val="lt1"/>
            </a:solidFill>
            <a:prstDash val="solid"/>
            <a:round/>
            <a:headEnd len="med" w="med" type="none"/>
            <a:tailEnd len="med" w="med" type="none"/>
          </a:ln>
        </p:spPr>
      </p:cxnSp>
      <p:sp>
        <p:nvSpPr>
          <p:cNvPr id="148" name="Google Shape;148;p23"/>
          <p:cNvSpPr txBox="1"/>
          <p:nvPr>
            <p:ph idx="4" type="body"/>
          </p:nvPr>
        </p:nvSpPr>
        <p:spPr>
          <a:xfrm>
            <a:off x="3242173" y="2398650"/>
            <a:ext cx="54276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149" name="Google Shape;149;p23"/>
          <p:cNvSpPr txBox="1"/>
          <p:nvPr>
            <p:ph idx="5" type="subTitle"/>
          </p:nvPr>
        </p:nvSpPr>
        <p:spPr>
          <a:xfrm>
            <a:off x="3242158"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 2 Images">
  <p:cSld name="TITLE_AND_TWO_COLUMNS_1_1">
    <p:bg>
      <p:bgPr>
        <a:solidFill>
          <a:schemeClr val="lt1"/>
        </a:solidFill>
      </p:bgPr>
    </p:bg>
    <p:spTree>
      <p:nvGrpSpPr>
        <p:cNvPr id="150" name="Shape 150"/>
        <p:cNvGrpSpPr/>
        <p:nvPr/>
      </p:nvGrpSpPr>
      <p:grpSpPr>
        <a:xfrm>
          <a:off x="0" y="0"/>
          <a:ext cx="0" cy="0"/>
          <a:chOff x="0" y="0"/>
          <a:chExt cx="0" cy="0"/>
        </a:xfrm>
      </p:grpSpPr>
      <p:sp>
        <p:nvSpPr>
          <p:cNvPr id="151" name="Google Shape;151;p24"/>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2" name="Google Shape;152;p24"/>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53" name="Google Shape;153;p2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4"/>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55" name="Google Shape;155;p24"/>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56" name="Google Shape;156;p24"/>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157" name="Google Shape;157;p24"/>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158" name="Google Shape;158;p24"/>
          <p:cNvSpPr/>
          <p:nvPr>
            <p:ph idx="3" type="pic"/>
          </p:nvPr>
        </p:nvSpPr>
        <p:spPr>
          <a:xfrm>
            <a:off x="474225" y="1837225"/>
            <a:ext cx="2661000" cy="1371600"/>
          </a:xfrm>
          <a:prstGeom prst="rect">
            <a:avLst/>
          </a:prstGeom>
          <a:noFill/>
          <a:ln>
            <a:noFill/>
          </a:ln>
        </p:spPr>
      </p:sp>
      <p:sp>
        <p:nvSpPr>
          <p:cNvPr id="159" name="Google Shape;159;p24"/>
          <p:cNvSpPr/>
          <p:nvPr>
            <p:ph idx="4" type="pic"/>
          </p:nvPr>
        </p:nvSpPr>
        <p:spPr>
          <a:xfrm>
            <a:off x="474225" y="3300325"/>
            <a:ext cx="2661000" cy="1371600"/>
          </a:xfrm>
          <a:prstGeom prst="rect">
            <a:avLst/>
          </a:prstGeom>
          <a:noFill/>
          <a:ln>
            <a:noFill/>
          </a:ln>
        </p:spPr>
      </p:sp>
      <p:cxnSp>
        <p:nvCxnSpPr>
          <p:cNvPr id="160" name="Google Shape;160;p24"/>
          <p:cNvCxnSpPr/>
          <p:nvPr/>
        </p:nvCxnSpPr>
        <p:spPr>
          <a:xfrm>
            <a:off x="3239550" y="2306550"/>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61" name="Google Shape;161;p24"/>
          <p:cNvCxnSpPr/>
          <p:nvPr/>
        </p:nvCxnSpPr>
        <p:spPr>
          <a:xfrm>
            <a:off x="3239550" y="2919833"/>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62" name="Google Shape;162;p24"/>
          <p:cNvCxnSpPr/>
          <p:nvPr/>
        </p:nvCxnSpPr>
        <p:spPr>
          <a:xfrm>
            <a:off x="3239550" y="3533117"/>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63" name="Google Shape;163;p24"/>
          <p:cNvCxnSpPr/>
          <p:nvPr/>
        </p:nvCxnSpPr>
        <p:spPr>
          <a:xfrm>
            <a:off x="3239550" y="4146400"/>
            <a:ext cx="5427600" cy="0"/>
          </a:xfrm>
          <a:prstGeom prst="straightConnector1">
            <a:avLst/>
          </a:prstGeom>
          <a:noFill/>
          <a:ln cap="flat" cmpd="sng" w="19050">
            <a:solidFill>
              <a:schemeClr val="lt2"/>
            </a:solidFill>
            <a:prstDash val="solid"/>
            <a:round/>
            <a:headEnd len="med" w="med" type="none"/>
            <a:tailEnd len="med" w="med" type="none"/>
          </a:ln>
        </p:spPr>
      </p:cxnSp>
      <p:sp>
        <p:nvSpPr>
          <p:cNvPr id="164" name="Google Shape;164;p24"/>
          <p:cNvSpPr txBox="1"/>
          <p:nvPr>
            <p:ph idx="5" type="body"/>
          </p:nvPr>
        </p:nvSpPr>
        <p:spPr>
          <a:xfrm>
            <a:off x="3600750" y="16931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5" name="Google Shape;165;p24"/>
          <p:cNvSpPr txBox="1"/>
          <p:nvPr>
            <p:ph idx="6" type="body"/>
          </p:nvPr>
        </p:nvSpPr>
        <p:spPr>
          <a:xfrm>
            <a:off x="3600750" y="2307163"/>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6" name="Google Shape;166;p24"/>
          <p:cNvSpPr txBox="1"/>
          <p:nvPr>
            <p:ph idx="7" type="body"/>
          </p:nvPr>
        </p:nvSpPr>
        <p:spPr>
          <a:xfrm>
            <a:off x="3600750" y="29212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7" name="Google Shape;167;p24"/>
          <p:cNvSpPr txBox="1"/>
          <p:nvPr>
            <p:ph idx="8" type="body"/>
          </p:nvPr>
        </p:nvSpPr>
        <p:spPr>
          <a:xfrm>
            <a:off x="3600750" y="35353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8" name="Google Shape;168;p24"/>
          <p:cNvSpPr txBox="1"/>
          <p:nvPr>
            <p:ph idx="9" type="body"/>
          </p:nvPr>
        </p:nvSpPr>
        <p:spPr>
          <a:xfrm>
            <a:off x="3600750" y="4149450"/>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 2 Images">
  <p:cSld name="TITLE_ONLY_1_1">
    <p:spTree>
      <p:nvGrpSpPr>
        <p:cNvPr id="169" name="Shape 169"/>
        <p:cNvGrpSpPr/>
        <p:nvPr/>
      </p:nvGrpSpPr>
      <p:grpSpPr>
        <a:xfrm>
          <a:off x="0" y="0"/>
          <a:ext cx="0" cy="0"/>
          <a:chOff x="0" y="0"/>
          <a:chExt cx="0" cy="0"/>
        </a:xfrm>
      </p:grpSpPr>
      <p:sp>
        <p:nvSpPr>
          <p:cNvPr id="170" name="Google Shape;170;p25"/>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1" name="Google Shape;171;p2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72" name="Google Shape;172;p2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3" name="Google Shape;173;p25"/>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174" name="Google Shape;174;p25"/>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175" name="Google Shape;175;p25"/>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176" name="Google Shape;176;p25"/>
          <p:cNvCxnSpPr/>
          <p:nvPr/>
        </p:nvCxnSpPr>
        <p:spPr>
          <a:xfrm>
            <a:off x="476850" y="1693125"/>
            <a:ext cx="8190300" cy="0"/>
          </a:xfrm>
          <a:prstGeom prst="straightConnector1">
            <a:avLst/>
          </a:prstGeom>
          <a:noFill/>
          <a:ln cap="flat" cmpd="sng" w="19050">
            <a:solidFill>
              <a:schemeClr val="lt1"/>
            </a:solidFill>
            <a:prstDash val="solid"/>
            <a:round/>
            <a:headEnd len="med" w="med" type="none"/>
            <a:tailEnd len="med" w="med" type="none"/>
          </a:ln>
        </p:spPr>
      </p:cxnSp>
      <p:sp>
        <p:nvSpPr>
          <p:cNvPr id="177" name="Google Shape;177;p25"/>
          <p:cNvSpPr/>
          <p:nvPr>
            <p:ph idx="3" type="pic"/>
          </p:nvPr>
        </p:nvSpPr>
        <p:spPr>
          <a:xfrm>
            <a:off x="474225" y="1837225"/>
            <a:ext cx="2661000" cy="1371600"/>
          </a:xfrm>
          <a:prstGeom prst="rect">
            <a:avLst/>
          </a:prstGeom>
          <a:noFill/>
          <a:ln>
            <a:noFill/>
          </a:ln>
        </p:spPr>
      </p:sp>
      <p:sp>
        <p:nvSpPr>
          <p:cNvPr id="178" name="Google Shape;178;p25"/>
          <p:cNvSpPr/>
          <p:nvPr>
            <p:ph idx="4" type="pic"/>
          </p:nvPr>
        </p:nvSpPr>
        <p:spPr>
          <a:xfrm>
            <a:off x="474225" y="3300325"/>
            <a:ext cx="2661000" cy="1371600"/>
          </a:xfrm>
          <a:prstGeom prst="rect">
            <a:avLst/>
          </a:prstGeom>
          <a:noFill/>
          <a:ln>
            <a:noFill/>
          </a:ln>
        </p:spPr>
      </p:sp>
      <p:cxnSp>
        <p:nvCxnSpPr>
          <p:cNvPr id="179" name="Google Shape;179;p25"/>
          <p:cNvCxnSpPr/>
          <p:nvPr/>
        </p:nvCxnSpPr>
        <p:spPr>
          <a:xfrm>
            <a:off x="4695450" y="2306550"/>
            <a:ext cx="3971700" cy="0"/>
          </a:xfrm>
          <a:prstGeom prst="straightConnector1">
            <a:avLst/>
          </a:prstGeom>
          <a:noFill/>
          <a:ln cap="flat" cmpd="sng" w="19050">
            <a:solidFill>
              <a:schemeClr val="lt2"/>
            </a:solidFill>
            <a:prstDash val="solid"/>
            <a:round/>
            <a:headEnd len="med" w="med" type="none"/>
            <a:tailEnd len="med" w="med" type="none"/>
          </a:ln>
        </p:spPr>
      </p:cxnSp>
      <p:cxnSp>
        <p:nvCxnSpPr>
          <p:cNvPr id="180" name="Google Shape;180;p25"/>
          <p:cNvCxnSpPr/>
          <p:nvPr/>
        </p:nvCxnSpPr>
        <p:spPr>
          <a:xfrm>
            <a:off x="3239550" y="2306550"/>
            <a:ext cx="5427600" cy="0"/>
          </a:xfrm>
          <a:prstGeom prst="straightConnector1">
            <a:avLst/>
          </a:prstGeom>
          <a:noFill/>
          <a:ln cap="flat" cmpd="sng" w="19050">
            <a:solidFill>
              <a:schemeClr val="lt1"/>
            </a:solidFill>
            <a:prstDash val="solid"/>
            <a:round/>
            <a:headEnd len="med" w="med" type="none"/>
            <a:tailEnd len="med" w="med" type="none"/>
          </a:ln>
        </p:spPr>
      </p:cxnSp>
      <p:sp>
        <p:nvSpPr>
          <p:cNvPr id="181" name="Google Shape;181;p25"/>
          <p:cNvSpPr txBox="1"/>
          <p:nvPr>
            <p:ph idx="5" type="body"/>
          </p:nvPr>
        </p:nvSpPr>
        <p:spPr>
          <a:xfrm>
            <a:off x="3242173" y="2398650"/>
            <a:ext cx="54276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182" name="Google Shape;182;p25"/>
          <p:cNvSpPr txBox="1"/>
          <p:nvPr>
            <p:ph idx="6" type="subTitle"/>
          </p:nvPr>
        </p:nvSpPr>
        <p:spPr>
          <a:xfrm>
            <a:off x="3242158"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body text">
  <p:cSld name="ONE_COLUMN_TEXT">
    <p:bg>
      <p:bgPr>
        <a:solidFill>
          <a:schemeClr val="lt1"/>
        </a:solidFill>
      </p:bgPr>
    </p:bg>
    <p:spTree>
      <p:nvGrpSpPr>
        <p:cNvPr id="183" name="Shape 183"/>
        <p:cNvGrpSpPr/>
        <p:nvPr/>
      </p:nvGrpSpPr>
      <p:grpSpPr>
        <a:xfrm>
          <a:off x="0" y="0"/>
          <a:ext cx="0" cy="0"/>
          <a:chOff x="0" y="0"/>
          <a:chExt cx="0" cy="0"/>
        </a:xfrm>
      </p:grpSpPr>
      <p:sp>
        <p:nvSpPr>
          <p:cNvPr id="184" name="Google Shape;184;p26"/>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5" name="Google Shape;185;p26"/>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86" name="Google Shape;186;p26"/>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87" name="Google Shape;187;p26"/>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88" name="Google Shape;188;p2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26"/>
          <p:cNvSpPr txBox="1"/>
          <p:nvPr>
            <p:ph idx="3" type="body"/>
          </p:nvPr>
        </p:nvSpPr>
        <p:spPr>
          <a:xfrm>
            <a:off x="365625" y="794977"/>
            <a:ext cx="8412600" cy="1371600"/>
          </a:xfrm>
          <a:prstGeom prst="rect">
            <a:avLst/>
          </a:prstGeom>
        </p:spPr>
        <p:txBody>
          <a:bodyPr anchorCtr="0" anchor="t" bIns="91425" lIns="91425" spcFirstLastPara="1" rIns="91425" wrap="square" tIns="91425">
            <a:noAutofit/>
          </a:bodyPr>
          <a:lstStyle>
            <a:lvl1pPr indent="-546100" lvl="0" marL="4572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1pPr>
            <a:lvl2pPr indent="-546100" lvl="1" marL="9144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2pPr>
            <a:lvl3pPr indent="-546100" lvl="2" marL="13716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3pPr>
            <a:lvl4pPr indent="-546100" lvl="3" marL="18288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4pPr>
            <a:lvl5pPr indent="-546100" lvl="4" marL="22860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5pPr>
            <a:lvl6pPr indent="-546100" lvl="5" marL="27432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6pPr>
            <a:lvl7pPr indent="-546100" lvl="6" marL="32004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7pPr>
            <a:lvl8pPr indent="-546100" lvl="7" marL="36576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8pPr>
            <a:lvl9pPr indent="-546100" lvl="8" marL="41148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ore overview">
  <p:cSld name="ONE_COLUMN_TEXT_1">
    <p:bg>
      <p:bgPr>
        <a:solidFill>
          <a:schemeClr val="lt1"/>
        </a:solidFill>
      </p:bgPr>
    </p:bg>
    <p:spTree>
      <p:nvGrpSpPr>
        <p:cNvPr id="190" name="Shape 190"/>
        <p:cNvGrpSpPr/>
        <p:nvPr/>
      </p:nvGrpSpPr>
      <p:grpSpPr>
        <a:xfrm>
          <a:off x="0" y="0"/>
          <a:ext cx="0" cy="0"/>
          <a:chOff x="0" y="0"/>
          <a:chExt cx="0" cy="0"/>
        </a:xfrm>
      </p:grpSpPr>
      <p:sp>
        <p:nvSpPr>
          <p:cNvPr id="191" name="Google Shape;191;p27"/>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192" name="Google Shape;192;p27"/>
          <p:cNvCxnSpPr/>
          <p:nvPr/>
        </p:nvCxnSpPr>
        <p:spPr>
          <a:xfrm>
            <a:off x="478850" y="230717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93" name="Google Shape;193;p27"/>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94" name="Google Shape;194;p27"/>
          <p:cNvCxnSpPr/>
          <p:nvPr/>
        </p:nvCxnSpPr>
        <p:spPr>
          <a:xfrm>
            <a:off x="479100" y="2921234"/>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95" name="Google Shape;195;p27"/>
          <p:cNvCxnSpPr/>
          <p:nvPr/>
        </p:nvCxnSpPr>
        <p:spPr>
          <a:xfrm>
            <a:off x="479100" y="3535292"/>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96" name="Google Shape;196;p27"/>
          <p:cNvCxnSpPr/>
          <p:nvPr/>
        </p:nvCxnSpPr>
        <p:spPr>
          <a:xfrm>
            <a:off x="479100" y="4149350"/>
            <a:ext cx="8190300" cy="0"/>
          </a:xfrm>
          <a:prstGeom prst="straightConnector1">
            <a:avLst/>
          </a:prstGeom>
          <a:noFill/>
          <a:ln cap="flat" cmpd="sng" w="19050">
            <a:solidFill>
              <a:schemeClr val="lt2"/>
            </a:solidFill>
            <a:prstDash val="solid"/>
            <a:round/>
            <a:headEnd len="med" w="med" type="none"/>
            <a:tailEnd len="med" w="med" type="none"/>
          </a:ln>
        </p:spPr>
      </p:cxnSp>
      <p:sp>
        <p:nvSpPr>
          <p:cNvPr id="197" name="Google Shape;197;p27"/>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98" name="Google Shape;198;p27"/>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99" name="Google Shape;199;p27"/>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00" name="Google Shape;200;p2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7"/>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202" name="Google Shape;202;p27"/>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203" name="Google Shape;203;p27"/>
          <p:cNvSpPr txBox="1"/>
          <p:nvPr>
            <p:ph idx="3" type="body"/>
          </p:nvPr>
        </p:nvSpPr>
        <p:spPr>
          <a:xfrm>
            <a:off x="4630525" y="16931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04" name="Google Shape;204;p27"/>
          <p:cNvSpPr txBox="1"/>
          <p:nvPr>
            <p:ph idx="4" type="body"/>
          </p:nvPr>
        </p:nvSpPr>
        <p:spPr>
          <a:xfrm>
            <a:off x="4630525" y="2307163"/>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05" name="Google Shape;205;p27"/>
          <p:cNvSpPr txBox="1"/>
          <p:nvPr>
            <p:ph idx="5" type="body"/>
          </p:nvPr>
        </p:nvSpPr>
        <p:spPr>
          <a:xfrm>
            <a:off x="4630525" y="29212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06" name="Google Shape;206;p27"/>
          <p:cNvSpPr txBox="1"/>
          <p:nvPr>
            <p:ph idx="6" type="body"/>
          </p:nvPr>
        </p:nvSpPr>
        <p:spPr>
          <a:xfrm>
            <a:off x="4630525" y="35353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07" name="Google Shape;207;p27"/>
          <p:cNvSpPr txBox="1"/>
          <p:nvPr>
            <p:ph idx="7" type="body"/>
          </p:nvPr>
        </p:nvSpPr>
        <p:spPr>
          <a:xfrm>
            <a:off x="4630525" y="4149450"/>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08" name="Google Shape;208;p27"/>
          <p:cNvSpPr txBox="1"/>
          <p:nvPr>
            <p:ph idx="8" type="body"/>
          </p:nvPr>
        </p:nvSpPr>
        <p:spPr>
          <a:xfrm>
            <a:off x="396350" y="2307163"/>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09" name="Google Shape;209;p27"/>
          <p:cNvSpPr txBox="1"/>
          <p:nvPr>
            <p:ph idx="9" type="body"/>
          </p:nvPr>
        </p:nvSpPr>
        <p:spPr>
          <a:xfrm>
            <a:off x="396350" y="29212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10" name="Google Shape;210;p27"/>
          <p:cNvSpPr txBox="1"/>
          <p:nvPr>
            <p:ph idx="13" type="body"/>
          </p:nvPr>
        </p:nvSpPr>
        <p:spPr>
          <a:xfrm>
            <a:off x="396350" y="35353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11" name="Google Shape;211;p27"/>
          <p:cNvSpPr txBox="1"/>
          <p:nvPr>
            <p:ph idx="14" type="body"/>
          </p:nvPr>
        </p:nvSpPr>
        <p:spPr>
          <a:xfrm>
            <a:off x="396350" y="4149450"/>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212" name="Google Shape;212;p27"/>
          <p:cNvSpPr txBox="1"/>
          <p:nvPr>
            <p:ph idx="15" type="body"/>
          </p:nvPr>
        </p:nvSpPr>
        <p:spPr>
          <a:xfrm>
            <a:off x="396350" y="16931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213" name="Shape 213"/>
        <p:cNvGrpSpPr/>
        <p:nvPr/>
      </p:nvGrpSpPr>
      <p:grpSpPr>
        <a:xfrm>
          <a:off x="0" y="0"/>
          <a:ext cx="0" cy="0"/>
          <a:chOff x="0" y="0"/>
          <a:chExt cx="0" cy="0"/>
        </a:xfrm>
      </p:grpSpPr>
      <p:sp>
        <p:nvSpPr>
          <p:cNvPr id="214" name="Google Shape;214;p2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bg>
      <p:bgPr>
        <a:solidFill>
          <a:schemeClr val="dk1"/>
        </a:solidFill>
      </p:bgPr>
    </p:bg>
    <p:spTree>
      <p:nvGrpSpPr>
        <p:cNvPr id="215" name="Shape 215"/>
        <p:cNvGrpSpPr/>
        <p:nvPr/>
      </p:nvGrpSpPr>
      <p:grpSpPr>
        <a:xfrm>
          <a:off x="0" y="0"/>
          <a:ext cx="0" cy="0"/>
          <a:chOff x="0" y="0"/>
          <a:chExt cx="0" cy="0"/>
        </a:xfrm>
      </p:grpSpPr>
      <p:grpSp>
        <p:nvGrpSpPr>
          <p:cNvPr id="216" name="Google Shape;216;p29"/>
          <p:cNvGrpSpPr/>
          <p:nvPr/>
        </p:nvGrpSpPr>
        <p:grpSpPr>
          <a:xfrm>
            <a:off x="0" y="0"/>
            <a:ext cx="9144000" cy="5130000"/>
            <a:chOff x="0" y="0"/>
            <a:chExt cx="9144000" cy="5130000"/>
          </a:xfrm>
        </p:grpSpPr>
        <p:sp>
          <p:nvSpPr>
            <p:cNvPr id="217" name="Google Shape;217;p29"/>
            <p:cNvSpPr/>
            <p:nvPr/>
          </p:nvSpPr>
          <p:spPr>
            <a:xfrm flipH="1">
              <a:off x="175600" y="250800"/>
              <a:ext cx="8603100" cy="4529400"/>
            </a:xfrm>
            <a:prstGeom prst="snip2DiagRect">
              <a:avLst>
                <a:gd fmla="val 0" name="adj1"/>
                <a:gd fmla="val 20836"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218" name="Google Shape;218;p29"/>
            <p:cNvGrpSpPr/>
            <p:nvPr/>
          </p:nvGrpSpPr>
          <p:grpSpPr>
            <a:xfrm>
              <a:off x="0" y="0"/>
              <a:ext cx="9144000" cy="5130000"/>
              <a:chOff x="0" y="0"/>
              <a:chExt cx="9144000" cy="5130000"/>
            </a:xfrm>
          </p:grpSpPr>
          <p:sp>
            <p:nvSpPr>
              <p:cNvPr id="219" name="Google Shape;219;p29"/>
              <p:cNvSpPr/>
              <p:nvPr/>
            </p:nvSpPr>
            <p:spPr>
              <a:xfrm>
                <a:off x="0" y="0"/>
                <a:ext cx="1425000" cy="124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0" name="Google Shape;220;p29"/>
              <p:cNvSpPr/>
              <p:nvPr/>
            </p:nvSpPr>
            <p:spPr>
              <a:xfrm>
                <a:off x="0" y="0"/>
                <a:ext cx="9144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1" name="Google Shape;221;p29"/>
              <p:cNvSpPr/>
              <p:nvPr/>
            </p:nvSpPr>
            <p:spPr>
              <a:xfrm rot="5400000">
                <a:off x="-2383200" y="2383200"/>
                <a:ext cx="5130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222" name="Google Shape;222;p2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29"/>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1pPr>
            <a:lvl2pPr lvl="1">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2pPr>
            <a:lvl3pPr lvl="2">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3pPr>
            <a:lvl4pPr lvl="3">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4pPr>
            <a:lvl5pPr lvl="4">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5pPr>
            <a:lvl6pPr lvl="5">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6pPr>
            <a:lvl7pPr lvl="6">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7pPr>
            <a:lvl8pPr lvl="7">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8pPr>
            <a:lvl9pPr lvl="8">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5">
    <p:spTree>
      <p:nvGrpSpPr>
        <p:cNvPr id="224" name="Shape 224"/>
        <p:cNvGrpSpPr/>
        <p:nvPr/>
      </p:nvGrpSpPr>
      <p:grpSpPr>
        <a:xfrm>
          <a:off x="0" y="0"/>
          <a:ext cx="0" cy="0"/>
          <a:chOff x="0" y="0"/>
          <a:chExt cx="0" cy="0"/>
        </a:xfrm>
      </p:grpSpPr>
      <p:sp>
        <p:nvSpPr>
          <p:cNvPr id="225" name="Google Shape;225;p3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26" name="Google Shape;226;p30"/>
          <p:cNvSpPr/>
          <p:nvPr/>
        </p:nvSpPr>
        <p:spPr>
          <a:xfrm>
            <a:off x="365550" y="363450"/>
            <a:ext cx="8412900" cy="4416600"/>
          </a:xfrm>
          <a:prstGeom prst="snip2DiagRect">
            <a:avLst>
              <a:gd fmla="val 0" name="adj1"/>
              <a:gd fmla="val 20836"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27" name="Google Shape;227;p30"/>
          <p:cNvSpPr txBox="1"/>
          <p:nvPr>
            <p:ph type="title"/>
          </p:nvPr>
        </p:nvSpPr>
        <p:spPr>
          <a:xfrm>
            <a:off x="1127850" y="169123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None/>
              <a:defRPr>
                <a:solidFill>
                  <a:schemeClr val="dk1"/>
                </a:solidFill>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228" name="Google Shape;228;p30"/>
          <p:cNvSpPr txBox="1"/>
          <p:nvPr>
            <p:ph idx="1" type="body"/>
          </p:nvPr>
        </p:nvSpPr>
        <p:spPr>
          <a:xfrm>
            <a:off x="1127850" y="2491658"/>
            <a:ext cx="6885300" cy="960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2"/>
              </a:buClr>
              <a:buSzPts val="2000"/>
              <a:buChar char="●"/>
              <a:defRPr sz="2000">
                <a:solidFill>
                  <a:schemeClr val="dk2"/>
                </a:solidFill>
              </a:defRPr>
            </a:lvl1pPr>
            <a:lvl2pPr indent="-355600" lvl="1" marL="914400">
              <a:spcBef>
                <a:spcPts val="0"/>
              </a:spcBef>
              <a:spcAft>
                <a:spcPts val="0"/>
              </a:spcAft>
              <a:buClr>
                <a:schemeClr val="dk2"/>
              </a:buClr>
              <a:buSzPts val="2000"/>
              <a:buChar char="○"/>
              <a:defRPr sz="2000">
                <a:solidFill>
                  <a:schemeClr val="dk2"/>
                </a:solidFill>
              </a:defRPr>
            </a:lvl2pPr>
            <a:lvl3pPr indent="-355600" lvl="2" marL="1371600">
              <a:spcBef>
                <a:spcPts val="0"/>
              </a:spcBef>
              <a:spcAft>
                <a:spcPts val="0"/>
              </a:spcAft>
              <a:buClr>
                <a:schemeClr val="dk2"/>
              </a:buClr>
              <a:buSzPts val="2000"/>
              <a:buChar char="■"/>
              <a:defRPr sz="2000">
                <a:solidFill>
                  <a:schemeClr val="dk2"/>
                </a:solidFill>
              </a:defRPr>
            </a:lvl3pPr>
            <a:lvl4pPr indent="-355600" lvl="3" marL="1828800">
              <a:spcBef>
                <a:spcPts val="0"/>
              </a:spcBef>
              <a:spcAft>
                <a:spcPts val="0"/>
              </a:spcAft>
              <a:buClr>
                <a:schemeClr val="dk2"/>
              </a:buClr>
              <a:buSzPts val="2000"/>
              <a:buChar char="●"/>
              <a:defRPr sz="2000">
                <a:solidFill>
                  <a:schemeClr val="dk2"/>
                </a:solidFill>
              </a:defRPr>
            </a:lvl4pPr>
            <a:lvl5pPr indent="-355600" lvl="4" marL="2286000">
              <a:spcBef>
                <a:spcPts val="0"/>
              </a:spcBef>
              <a:spcAft>
                <a:spcPts val="0"/>
              </a:spcAft>
              <a:buClr>
                <a:schemeClr val="dk2"/>
              </a:buClr>
              <a:buSzPts val="2000"/>
              <a:buChar char="○"/>
              <a:defRPr sz="2000">
                <a:solidFill>
                  <a:schemeClr val="dk2"/>
                </a:solidFill>
              </a:defRPr>
            </a:lvl5pPr>
            <a:lvl6pPr indent="-355600" lvl="5" marL="2743200">
              <a:spcBef>
                <a:spcPts val="0"/>
              </a:spcBef>
              <a:spcAft>
                <a:spcPts val="0"/>
              </a:spcAft>
              <a:buClr>
                <a:schemeClr val="dk2"/>
              </a:buClr>
              <a:buSzPts val="2000"/>
              <a:buChar char="■"/>
              <a:defRPr sz="2000">
                <a:solidFill>
                  <a:schemeClr val="dk2"/>
                </a:solidFill>
              </a:defRPr>
            </a:lvl6pPr>
            <a:lvl7pPr indent="-355600" lvl="6" marL="3200400">
              <a:spcBef>
                <a:spcPts val="0"/>
              </a:spcBef>
              <a:spcAft>
                <a:spcPts val="0"/>
              </a:spcAft>
              <a:buClr>
                <a:schemeClr val="dk2"/>
              </a:buClr>
              <a:buSzPts val="2000"/>
              <a:buChar char="●"/>
              <a:defRPr sz="2000">
                <a:solidFill>
                  <a:schemeClr val="dk2"/>
                </a:solidFill>
              </a:defRPr>
            </a:lvl7pPr>
            <a:lvl8pPr indent="-355600" lvl="7" marL="3657600">
              <a:spcBef>
                <a:spcPts val="0"/>
              </a:spcBef>
              <a:spcAft>
                <a:spcPts val="0"/>
              </a:spcAft>
              <a:buClr>
                <a:schemeClr val="dk2"/>
              </a:buClr>
              <a:buSzPts val="2000"/>
              <a:buChar char="○"/>
              <a:defRPr sz="2000">
                <a:solidFill>
                  <a:schemeClr val="dk2"/>
                </a:solidFill>
              </a:defRPr>
            </a:lvl8pPr>
            <a:lvl9pPr indent="-355600" lvl="8" marL="4114800">
              <a:spcBef>
                <a:spcPts val="0"/>
              </a:spcBef>
              <a:spcAft>
                <a:spcPts val="0"/>
              </a:spcAft>
              <a:buClr>
                <a:schemeClr val="dk2"/>
              </a:buClr>
              <a:buSzPts val="2000"/>
              <a:buChar char="■"/>
              <a:defRPr sz="2000">
                <a:solidFill>
                  <a:schemeClr val="dk2"/>
                </a:solidFill>
              </a:defRPr>
            </a:lvl9pPr>
          </a:lstStyle>
          <a:p/>
        </p:txBody>
      </p:sp>
      <p:sp>
        <p:nvSpPr>
          <p:cNvPr id="229" name="Google Shape;229;p3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6">
    <p:spTree>
      <p:nvGrpSpPr>
        <p:cNvPr id="230" name="Shape 230"/>
        <p:cNvGrpSpPr/>
        <p:nvPr/>
      </p:nvGrpSpPr>
      <p:grpSpPr>
        <a:xfrm>
          <a:off x="0" y="0"/>
          <a:ext cx="0" cy="0"/>
          <a:chOff x="0" y="0"/>
          <a:chExt cx="0" cy="0"/>
        </a:xfrm>
      </p:grpSpPr>
      <p:sp>
        <p:nvSpPr>
          <p:cNvPr id="231" name="Google Shape;231;p3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32" name="Google Shape;232;p3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1"/>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4" name="Google Shape;234;p31"/>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235" name="Google Shape;235;p31"/>
          <p:cNvSpPr txBox="1"/>
          <p:nvPr>
            <p:ph idx="1" type="body"/>
          </p:nvPr>
        </p:nvSpPr>
        <p:spPr>
          <a:xfrm>
            <a:off x="478875"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236" name="Google Shape;236;p31"/>
          <p:cNvSpPr txBox="1"/>
          <p:nvPr>
            <p:ph idx="2" type="body"/>
          </p:nvPr>
        </p:nvSpPr>
        <p:spPr>
          <a:xfrm>
            <a:off x="4628700"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237" name="Google Shape;237;p31"/>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1">
    <p:spTree>
      <p:nvGrpSpPr>
        <p:cNvPr id="238" name="Shape 238"/>
        <p:cNvGrpSpPr/>
        <p:nvPr/>
      </p:nvGrpSpPr>
      <p:grpSpPr>
        <a:xfrm>
          <a:off x="0" y="0"/>
          <a:ext cx="0" cy="0"/>
          <a:chOff x="0" y="0"/>
          <a:chExt cx="0" cy="0"/>
        </a:xfrm>
      </p:grpSpPr>
      <p:sp>
        <p:nvSpPr>
          <p:cNvPr id="239" name="Google Shape;239;p32"/>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40" name="Google Shape;240;p32"/>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41" name="Google Shape;241;p3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2" name="Google Shape;242;p32"/>
          <p:cNvSpPr txBox="1"/>
          <p:nvPr>
            <p:ph type="title"/>
          </p:nvPr>
        </p:nvSpPr>
        <p:spPr>
          <a:xfrm>
            <a:off x="1127850" y="2164800"/>
            <a:ext cx="6885300" cy="813900"/>
          </a:xfrm>
          <a:prstGeom prst="rect">
            <a:avLst/>
          </a:prstGeom>
        </p:spPr>
        <p:txBody>
          <a:bodyPr anchorCtr="0" anchor="ctr"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8">
    <p:spTree>
      <p:nvGrpSpPr>
        <p:cNvPr id="243" name="Shape 243"/>
        <p:cNvGrpSpPr/>
        <p:nvPr/>
      </p:nvGrpSpPr>
      <p:grpSpPr>
        <a:xfrm>
          <a:off x="0" y="0"/>
          <a:ext cx="0" cy="0"/>
          <a:chOff x="0" y="0"/>
          <a:chExt cx="0" cy="0"/>
        </a:xfrm>
      </p:grpSpPr>
      <p:sp>
        <p:nvSpPr>
          <p:cNvPr id="244" name="Google Shape;244;p33"/>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45" name="Google Shape;245;p3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3"/>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7" name="Google Shape;247;p33"/>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248" name="Google Shape;248;p33"/>
          <p:cNvSpPr txBox="1"/>
          <p:nvPr>
            <p:ph idx="1" type="body"/>
          </p:nvPr>
        </p:nvSpPr>
        <p:spPr>
          <a:xfrm>
            <a:off x="478875" y="2398650"/>
            <a:ext cx="81903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249" name="Google Shape;249;p33"/>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250" name="Google Shape;250;p33"/>
          <p:cNvSpPr txBox="1"/>
          <p:nvPr>
            <p:ph idx="2" type="subTitle"/>
          </p:nvPr>
        </p:nvSpPr>
        <p:spPr>
          <a:xfrm>
            <a:off x="478863"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9">
    <p:bg>
      <p:bgPr>
        <a:solidFill>
          <a:schemeClr val="lt1"/>
        </a:solidFill>
      </p:bgPr>
    </p:bg>
    <p:spTree>
      <p:nvGrpSpPr>
        <p:cNvPr id="251" name="Shape 251"/>
        <p:cNvGrpSpPr/>
        <p:nvPr/>
      </p:nvGrpSpPr>
      <p:grpSpPr>
        <a:xfrm>
          <a:off x="0" y="0"/>
          <a:ext cx="0" cy="0"/>
          <a:chOff x="0" y="0"/>
          <a:chExt cx="0" cy="0"/>
        </a:xfrm>
      </p:grpSpPr>
      <p:grpSp>
        <p:nvGrpSpPr>
          <p:cNvPr id="252" name="Google Shape;252;p34"/>
          <p:cNvGrpSpPr/>
          <p:nvPr/>
        </p:nvGrpSpPr>
        <p:grpSpPr>
          <a:xfrm>
            <a:off x="0" y="0"/>
            <a:ext cx="9144000" cy="5130000"/>
            <a:chOff x="0" y="0"/>
            <a:chExt cx="9144000" cy="5130000"/>
          </a:xfrm>
        </p:grpSpPr>
        <p:sp>
          <p:nvSpPr>
            <p:cNvPr id="253" name="Google Shape;253;p34"/>
            <p:cNvSpPr/>
            <p:nvPr/>
          </p:nvSpPr>
          <p:spPr>
            <a:xfrm flipH="1">
              <a:off x="175600" y="250800"/>
              <a:ext cx="8603100" cy="4529400"/>
            </a:xfrm>
            <a:prstGeom prst="snip2DiagRect">
              <a:avLst>
                <a:gd fmla="val 0" name="adj1"/>
                <a:gd fmla="val 20836"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nvGrpSpPr>
            <p:cNvPr id="254" name="Google Shape;254;p34"/>
            <p:cNvGrpSpPr/>
            <p:nvPr/>
          </p:nvGrpSpPr>
          <p:grpSpPr>
            <a:xfrm>
              <a:off x="0" y="0"/>
              <a:ext cx="9144000" cy="5130000"/>
              <a:chOff x="0" y="0"/>
              <a:chExt cx="9144000" cy="5130000"/>
            </a:xfrm>
          </p:grpSpPr>
          <p:sp>
            <p:nvSpPr>
              <p:cNvPr id="255" name="Google Shape;255;p34"/>
              <p:cNvSpPr/>
              <p:nvPr/>
            </p:nvSpPr>
            <p:spPr>
              <a:xfrm>
                <a:off x="0" y="0"/>
                <a:ext cx="1425000" cy="124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6" name="Google Shape;256;p34"/>
              <p:cNvSpPr/>
              <p:nvPr/>
            </p:nvSpPr>
            <p:spPr>
              <a:xfrm>
                <a:off x="0" y="0"/>
                <a:ext cx="9144000" cy="36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7" name="Google Shape;257;p34"/>
              <p:cNvSpPr/>
              <p:nvPr/>
            </p:nvSpPr>
            <p:spPr>
              <a:xfrm rot="5400000">
                <a:off x="-2383200" y="2383200"/>
                <a:ext cx="5130000" cy="36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258" name="Google Shape;258;p3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59" name="Google Shape;259;p34"/>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1pPr>
            <a:lvl2pPr lvl="1">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2pPr>
            <a:lvl3pPr lvl="2">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3pPr>
            <a:lvl4pPr lvl="3">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4pPr>
            <a:lvl5pPr lvl="4">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5pPr>
            <a:lvl6pPr lvl="5">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6pPr>
            <a:lvl7pPr lvl="6">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7pPr>
            <a:lvl8pPr lvl="7">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8pPr>
            <a:lvl9pPr lvl="8">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0">
    <p:spTree>
      <p:nvGrpSpPr>
        <p:cNvPr id="260" name="Shape 260"/>
        <p:cNvGrpSpPr/>
        <p:nvPr/>
      </p:nvGrpSpPr>
      <p:grpSpPr>
        <a:xfrm>
          <a:off x="0" y="0"/>
          <a:ext cx="0" cy="0"/>
          <a:chOff x="0" y="0"/>
          <a:chExt cx="0" cy="0"/>
        </a:xfrm>
      </p:grpSpPr>
      <p:sp>
        <p:nvSpPr>
          <p:cNvPr id="261" name="Google Shape;261;p3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62" name="Google Shape;262;p35"/>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63" name="Google Shape;263;p3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4" name="Google Shape;264;p35"/>
          <p:cNvSpPr txBox="1"/>
          <p:nvPr>
            <p:ph type="title"/>
          </p:nvPr>
        </p:nvSpPr>
        <p:spPr>
          <a:xfrm>
            <a:off x="1127850" y="216480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65" name="Google Shape;265;p35"/>
          <p:cNvSpPr txBox="1"/>
          <p:nvPr>
            <p:ph idx="1" type="subTitle"/>
          </p:nvPr>
        </p:nvSpPr>
        <p:spPr>
          <a:xfrm>
            <a:off x="1127846" y="3242075"/>
            <a:ext cx="68853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8_1">
    <p:spTree>
      <p:nvGrpSpPr>
        <p:cNvPr id="266" name="Shape 266"/>
        <p:cNvGrpSpPr/>
        <p:nvPr/>
      </p:nvGrpSpPr>
      <p:grpSpPr>
        <a:xfrm>
          <a:off x="0" y="0"/>
          <a:ext cx="0" cy="0"/>
          <a:chOff x="0" y="0"/>
          <a:chExt cx="0" cy="0"/>
        </a:xfrm>
      </p:grpSpPr>
      <p:sp>
        <p:nvSpPr>
          <p:cNvPr id="267" name="Google Shape;267;p36"/>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68" name="Google Shape;268;p3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9" name="Google Shape;269;p36"/>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0" name="Google Shape;270;p36"/>
          <p:cNvSpPr txBox="1"/>
          <p:nvPr>
            <p:ph idx="1" type="body"/>
          </p:nvPr>
        </p:nvSpPr>
        <p:spPr>
          <a:xfrm>
            <a:off x="478875" y="476700"/>
            <a:ext cx="8190300" cy="4190400"/>
          </a:xfrm>
          <a:prstGeom prst="rect">
            <a:avLst/>
          </a:prstGeom>
        </p:spPr>
        <p:txBody>
          <a:bodyPr anchorCtr="0" anchor="b"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2">
    <p:bg>
      <p:bgPr>
        <a:solidFill>
          <a:schemeClr val="lt1"/>
        </a:solidFill>
      </p:bgPr>
    </p:bg>
    <p:spTree>
      <p:nvGrpSpPr>
        <p:cNvPr id="271" name="Shape 271"/>
        <p:cNvGrpSpPr/>
        <p:nvPr/>
      </p:nvGrpSpPr>
      <p:grpSpPr>
        <a:xfrm>
          <a:off x="0" y="0"/>
          <a:ext cx="0" cy="0"/>
          <a:chOff x="0" y="0"/>
          <a:chExt cx="0" cy="0"/>
        </a:xfrm>
      </p:grpSpPr>
      <p:sp>
        <p:nvSpPr>
          <p:cNvPr id="272" name="Google Shape;272;p37"/>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73" name="Google Shape;273;p37"/>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74" name="Google Shape;274;p3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5" name="Google Shape;275;p37"/>
          <p:cNvSpPr txBox="1"/>
          <p:nvPr>
            <p:ph type="title"/>
          </p:nvPr>
        </p:nvSpPr>
        <p:spPr>
          <a:xfrm>
            <a:off x="365625" y="1430850"/>
            <a:ext cx="40365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sp>
        <p:nvSpPr>
          <p:cNvPr id="276" name="Google Shape;276;p37"/>
          <p:cNvSpPr txBox="1"/>
          <p:nvPr>
            <p:ph idx="1" type="body"/>
          </p:nvPr>
        </p:nvSpPr>
        <p:spPr>
          <a:xfrm>
            <a:off x="4628700" y="14308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1"/>
              </a:buClr>
              <a:buSzPts val="2000"/>
              <a:buFont typeface="DM Sans"/>
              <a:buChar char="●"/>
              <a:defRPr sz="2000">
                <a:solidFill>
                  <a:schemeClr val="dk1"/>
                </a:solidFill>
              </a:defRPr>
            </a:lvl1pPr>
            <a:lvl2pPr indent="-355600" lvl="1" marL="914400">
              <a:spcBef>
                <a:spcPts val="0"/>
              </a:spcBef>
              <a:spcAft>
                <a:spcPts val="0"/>
              </a:spcAft>
              <a:buClr>
                <a:schemeClr val="dk1"/>
              </a:buClr>
              <a:buSzPts val="2000"/>
              <a:buFont typeface="DM Sans"/>
              <a:buChar char="○"/>
              <a:defRPr sz="2000">
                <a:solidFill>
                  <a:schemeClr val="dk1"/>
                </a:solidFill>
              </a:defRPr>
            </a:lvl2pPr>
            <a:lvl3pPr indent="-355600" lvl="2" marL="1371600">
              <a:spcBef>
                <a:spcPts val="0"/>
              </a:spcBef>
              <a:spcAft>
                <a:spcPts val="0"/>
              </a:spcAft>
              <a:buClr>
                <a:schemeClr val="dk1"/>
              </a:buClr>
              <a:buSzPts val="2000"/>
              <a:buFont typeface="DM Sans"/>
              <a:buChar char="■"/>
              <a:defRPr sz="2000">
                <a:solidFill>
                  <a:schemeClr val="dk1"/>
                </a:solidFill>
              </a:defRPr>
            </a:lvl3pPr>
            <a:lvl4pPr indent="-355600" lvl="3" marL="1828800">
              <a:spcBef>
                <a:spcPts val="0"/>
              </a:spcBef>
              <a:spcAft>
                <a:spcPts val="0"/>
              </a:spcAft>
              <a:buClr>
                <a:schemeClr val="dk1"/>
              </a:buClr>
              <a:buSzPts val="2000"/>
              <a:buFont typeface="DM Sans"/>
              <a:buChar char="●"/>
              <a:defRPr sz="2000">
                <a:solidFill>
                  <a:schemeClr val="dk1"/>
                </a:solidFill>
              </a:defRPr>
            </a:lvl4pPr>
            <a:lvl5pPr indent="-355600" lvl="4" marL="2286000">
              <a:spcBef>
                <a:spcPts val="0"/>
              </a:spcBef>
              <a:spcAft>
                <a:spcPts val="0"/>
              </a:spcAft>
              <a:buClr>
                <a:schemeClr val="dk1"/>
              </a:buClr>
              <a:buSzPts val="2000"/>
              <a:buFont typeface="DM Sans"/>
              <a:buChar char="○"/>
              <a:defRPr sz="2000">
                <a:solidFill>
                  <a:schemeClr val="dk1"/>
                </a:solidFill>
              </a:defRPr>
            </a:lvl5pPr>
            <a:lvl6pPr indent="-355600" lvl="5" marL="2743200">
              <a:spcBef>
                <a:spcPts val="0"/>
              </a:spcBef>
              <a:spcAft>
                <a:spcPts val="0"/>
              </a:spcAft>
              <a:buClr>
                <a:schemeClr val="dk1"/>
              </a:buClr>
              <a:buSzPts val="2000"/>
              <a:buFont typeface="DM Sans"/>
              <a:buChar char="■"/>
              <a:defRPr sz="2000">
                <a:solidFill>
                  <a:schemeClr val="dk1"/>
                </a:solidFill>
              </a:defRPr>
            </a:lvl6pPr>
            <a:lvl7pPr indent="-355600" lvl="6" marL="3200400">
              <a:spcBef>
                <a:spcPts val="0"/>
              </a:spcBef>
              <a:spcAft>
                <a:spcPts val="0"/>
              </a:spcAft>
              <a:buClr>
                <a:schemeClr val="dk1"/>
              </a:buClr>
              <a:buSzPts val="2000"/>
              <a:buFont typeface="DM Sans"/>
              <a:buChar char="●"/>
              <a:defRPr sz="2000">
                <a:solidFill>
                  <a:schemeClr val="dk1"/>
                </a:solidFill>
              </a:defRPr>
            </a:lvl7pPr>
            <a:lvl8pPr indent="-355600" lvl="7" marL="3657600">
              <a:spcBef>
                <a:spcPts val="0"/>
              </a:spcBef>
              <a:spcAft>
                <a:spcPts val="0"/>
              </a:spcAft>
              <a:buClr>
                <a:schemeClr val="dk1"/>
              </a:buClr>
              <a:buSzPts val="2000"/>
              <a:buFont typeface="DM Sans"/>
              <a:buChar char="○"/>
              <a:defRPr sz="2000">
                <a:solidFill>
                  <a:schemeClr val="dk1"/>
                </a:solidFill>
              </a:defRPr>
            </a:lvl8pPr>
            <a:lvl9pPr indent="-355600" lvl="8" marL="4114800">
              <a:spcBef>
                <a:spcPts val="0"/>
              </a:spcBef>
              <a:spcAft>
                <a:spcPts val="0"/>
              </a:spcAft>
              <a:buClr>
                <a:schemeClr val="dk1"/>
              </a:buClr>
              <a:buSzPts val="2000"/>
              <a:buFont typeface="DM Sans"/>
              <a:buChar char="■"/>
              <a:defRPr sz="20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8_2">
    <p:spTree>
      <p:nvGrpSpPr>
        <p:cNvPr id="277" name="Shape 277"/>
        <p:cNvGrpSpPr/>
        <p:nvPr/>
      </p:nvGrpSpPr>
      <p:grpSpPr>
        <a:xfrm>
          <a:off x="0" y="0"/>
          <a:ext cx="0" cy="0"/>
          <a:chOff x="0" y="0"/>
          <a:chExt cx="0" cy="0"/>
        </a:xfrm>
      </p:grpSpPr>
      <p:sp>
        <p:nvSpPr>
          <p:cNvPr id="278" name="Google Shape;278;p38"/>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79" name="Google Shape;279;p3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0" name="Google Shape;280;p38"/>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1" name="Google Shape;281;p38"/>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282" name="Google Shape;282;p38"/>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283" name="Google Shape;283;p38"/>
          <p:cNvSpPr txBox="1"/>
          <p:nvPr>
            <p:ph idx="1" type="subTitle"/>
          </p:nvPr>
        </p:nvSpPr>
        <p:spPr>
          <a:xfrm>
            <a:off x="478875"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84" name="Google Shape;284;p38"/>
          <p:cNvSpPr txBox="1"/>
          <p:nvPr>
            <p:ph idx="2" type="subTitle"/>
          </p:nvPr>
        </p:nvSpPr>
        <p:spPr>
          <a:xfrm>
            <a:off x="3260538"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85" name="Google Shape;285;p38"/>
          <p:cNvSpPr txBox="1"/>
          <p:nvPr>
            <p:ph idx="3" type="subTitle"/>
          </p:nvPr>
        </p:nvSpPr>
        <p:spPr>
          <a:xfrm>
            <a:off x="6042225"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86" name="Google Shape;286;p38"/>
          <p:cNvSpPr txBox="1"/>
          <p:nvPr>
            <p:ph idx="4" type="subTitle"/>
          </p:nvPr>
        </p:nvSpPr>
        <p:spPr>
          <a:xfrm>
            <a:off x="478875"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87" name="Google Shape;287;p38"/>
          <p:cNvSpPr txBox="1"/>
          <p:nvPr>
            <p:ph idx="5" type="subTitle"/>
          </p:nvPr>
        </p:nvSpPr>
        <p:spPr>
          <a:xfrm>
            <a:off x="3260538"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88" name="Google Shape;288;p38"/>
          <p:cNvSpPr txBox="1"/>
          <p:nvPr>
            <p:ph idx="6" type="subTitle"/>
          </p:nvPr>
        </p:nvSpPr>
        <p:spPr>
          <a:xfrm>
            <a:off x="6042225"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_AND_TWO_COLUMNS_1_2">
    <p:bg>
      <p:bgPr>
        <a:solidFill>
          <a:schemeClr val="lt1"/>
        </a:solidFill>
      </p:bgPr>
    </p:bg>
    <p:spTree>
      <p:nvGrpSpPr>
        <p:cNvPr id="289" name="Shape 289"/>
        <p:cNvGrpSpPr/>
        <p:nvPr/>
      </p:nvGrpSpPr>
      <p:grpSpPr>
        <a:xfrm>
          <a:off x="0" y="0"/>
          <a:ext cx="0" cy="0"/>
          <a:chOff x="0" y="0"/>
          <a:chExt cx="0" cy="0"/>
        </a:xfrm>
      </p:grpSpPr>
      <p:sp>
        <p:nvSpPr>
          <p:cNvPr id="290" name="Google Shape;290;p39"/>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1" name="Google Shape;291;p39"/>
          <p:cNvSpPr/>
          <p:nvPr>
            <p:ph idx="2" type="pic"/>
          </p:nvPr>
        </p:nvSpPr>
        <p:spPr>
          <a:xfrm rot="10800000">
            <a:off x="474125" y="1837225"/>
            <a:ext cx="2661000" cy="2834700"/>
          </a:xfrm>
          <a:prstGeom prst="rect">
            <a:avLst/>
          </a:prstGeom>
          <a:noFill/>
          <a:ln>
            <a:noFill/>
          </a:ln>
        </p:spPr>
      </p:sp>
      <p:sp>
        <p:nvSpPr>
          <p:cNvPr id="292" name="Google Shape;292;p39"/>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93" name="Google Shape;293;p3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4" name="Google Shape;294;p39"/>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295" name="Google Shape;295;p39"/>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296" name="Google Shape;296;p39"/>
          <p:cNvSpPr txBox="1"/>
          <p:nvPr>
            <p:ph idx="1" type="body"/>
          </p:nvPr>
        </p:nvSpPr>
        <p:spPr>
          <a:xfrm>
            <a:off x="3600750" y="1693125"/>
            <a:ext cx="5066400" cy="614100"/>
          </a:xfrm>
          <a:prstGeom prst="rect">
            <a:avLst/>
          </a:prstGeom>
        </p:spPr>
        <p:txBody>
          <a:bodyPr anchorCtr="0" anchor="t"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6_1">
    <p:spTree>
      <p:nvGrpSpPr>
        <p:cNvPr id="297" name="Shape 297"/>
        <p:cNvGrpSpPr/>
        <p:nvPr/>
      </p:nvGrpSpPr>
      <p:grpSpPr>
        <a:xfrm>
          <a:off x="0" y="0"/>
          <a:ext cx="0" cy="0"/>
          <a:chOff x="0" y="0"/>
          <a:chExt cx="0" cy="0"/>
        </a:xfrm>
      </p:grpSpPr>
      <p:sp>
        <p:nvSpPr>
          <p:cNvPr id="298" name="Google Shape;298;p4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99" name="Google Shape;299;p4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0" name="Google Shape;300;p40"/>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1" name="Google Shape;301;p40"/>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302" name="Google Shape;302;p40"/>
          <p:cNvSpPr txBox="1"/>
          <p:nvPr>
            <p:ph idx="1" type="body"/>
          </p:nvPr>
        </p:nvSpPr>
        <p:spPr>
          <a:xfrm>
            <a:off x="478875"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03" name="Google Shape;303;p40"/>
          <p:cNvSpPr txBox="1"/>
          <p:nvPr>
            <p:ph idx="2" type="body"/>
          </p:nvPr>
        </p:nvSpPr>
        <p:spPr>
          <a:xfrm>
            <a:off x="4628700"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04" name="Google Shape;304;p40"/>
          <p:cNvSpPr txBox="1"/>
          <p:nvPr>
            <p:ph idx="3" type="subTitle"/>
          </p:nvPr>
        </p:nvSpPr>
        <p:spPr>
          <a:xfrm>
            <a:off x="478885"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05" name="Google Shape;305;p40"/>
          <p:cNvSpPr txBox="1"/>
          <p:nvPr>
            <p:ph idx="4" type="subTitle"/>
          </p:nvPr>
        </p:nvSpPr>
        <p:spPr>
          <a:xfrm>
            <a:off x="4628700"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306" name="Google Shape;306;p40"/>
          <p:cNvCxnSpPr/>
          <p:nvPr/>
        </p:nvCxnSpPr>
        <p:spPr>
          <a:xfrm>
            <a:off x="47685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307" name="Google Shape;307;p40"/>
          <p:cNvCxnSpPr/>
          <p:nvPr/>
        </p:nvCxnSpPr>
        <p:spPr>
          <a:xfrm>
            <a:off x="4613100" y="2306550"/>
            <a:ext cx="40521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6_1_1">
    <p:spTree>
      <p:nvGrpSpPr>
        <p:cNvPr id="308" name="Shape 308"/>
        <p:cNvGrpSpPr/>
        <p:nvPr/>
      </p:nvGrpSpPr>
      <p:grpSpPr>
        <a:xfrm>
          <a:off x="0" y="0"/>
          <a:ext cx="0" cy="0"/>
          <a:chOff x="0" y="0"/>
          <a:chExt cx="0" cy="0"/>
        </a:xfrm>
      </p:grpSpPr>
      <p:sp>
        <p:nvSpPr>
          <p:cNvPr id="309" name="Google Shape;309;p41"/>
          <p:cNvSpPr txBox="1"/>
          <p:nvPr>
            <p:ph idx="1" type="subTitle"/>
          </p:nvPr>
        </p:nvSpPr>
        <p:spPr>
          <a:xfrm>
            <a:off x="478875"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10" name="Google Shape;310;p4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11" name="Google Shape;311;p4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2" name="Google Shape;312;p41"/>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3" name="Google Shape;313;p41"/>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314" name="Google Shape;314;p41"/>
          <p:cNvSpPr txBox="1"/>
          <p:nvPr>
            <p:ph idx="2" type="body"/>
          </p:nvPr>
        </p:nvSpPr>
        <p:spPr>
          <a:xfrm>
            <a:off x="478875"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15" name="Google Shape;315;p41"/>
          <p:cNvSpPr txBox="1"/>
          <p:nvPr>
            <p:ph idx="3" type="body"/>
          </p:nvPr>
        </p:nvSpPr>
        <p:spPr>
          <a:xfrm>
            <a:off x="6042300"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316" name="Google Shape;316;p41"/>
          <p:cNvCxnSpPr/>
          <p:nvPr/>
        </p:nvCxnSpPr>
        <p:spPr>
          <a:xfrm>
            <a:off x="476850" y="2306550"/>
            <a:ext cx="2623200" cy="0"/>
          </a:xfrm>
          <a:prstGeom prst="straightConnector1">
            <a:avLst/>
          </a:prstGeom>
          <a:noFill/>
          <a:ln cap="flat" cmpd="sng" w="19050">
            <a:solidFill>
              <a:schemeClr val="lt1"/>
            </a:solidFill>
            <a:prstDash val="solid"/>
            <a:round/>
            <a:headEnd len="med" w="med" type="none"/>
            <a:tailEnd len="med" w="med" type="none"/>
          </a:ln>
        </p:spPr>
      </p:cxnSp>
      <p:sp>
        <p:nvSpPr>
          <p:cNvPr id="317" name="Google Shape;317;p41"/>
          <p:cNvSpPr txBox="1"/>
          <p:nvPr>
            <p:ph idx="4" type="subTitle"/>
          </p:nvPr>
        </p:nvSpPr>
        <p:spPr>
          <a:xfrm>
            <a:off x="3260538"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18" name="Google Shape;318;p41"/>
          <p:cNvSpPr txBox="1"/>
          <p:nvPr>
            <p:ph idx="5" type="subTitle"/>
          </p:nvPr>
        </p:nvSpPr>
        <p:spPr>
          <a:xfrm>
            <a:off x="6042225"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19" name="Google Shape;319;p41"/>
          <p:cNvSpPr txBox="1"/>
          <p:nvPr>
            <p:ph idx="6" type="body"/>
          </p:nvPr>
        </p:nvSpPr>
        <p:spPr>
          <a:xfrm>
            <a:off x="3260588"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320" name="Google Shape;320;p41"/>
          <p:cNvCxnSpPr/>
          <p:nvPr/>
        </p:nvCxnSpPr>
        <p:spPr>
          <a:xfrm>
            <a:off x="3260538" y="2306550"/>
            <a:ext cx="2623200" cy="0"/>
          </a:xfrm>
          <a:prstGeom prst="straightConnector1">
            <a:avLst/>
          </a:prstGeom>
          <a:noFill/>
          <a:ln cap="flat" cmpd="sng" w="19050">
            <a:solidFill>
              <a:schemeClr val="lt1"/>
            </a:solidFill>
            <a:prstDash val="solid"/>
            <a:round/>
            <a:headEnd len="med" w="med" type="none"/>
            <a:tailEnd len="med" w="med" type="none"/>
          </a:ln>
        </p:spPr>
      </p:cxnSp>
      <p:cxnSp>
        <p:nvCxnSpPr>
          <p:cNvPr id="321" name="Google Shape;321;p41"/>
          <p:cNvCxnSpPr/>
          <p:nvPr/>
        </p:nvCxnSpPr>
        <p:spPr>
          <a:xfrm>
            <a:off x="6042225" y="2306550"/>
            <a:ext cx="26232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6_1_2">
    <p:spTree>
      <p:nvGrpSpPr>
        <p:cNvPr id="322" name="Shape 322"/>
        <p:cNvGrpSpPr/>
        <p:nvPr/>
      </p:nvGrpSpPr>
      <p:grpSpPr>
        <a:xfrm>
          <a:off x="0" y="0"/>
          <a:ext cx="0" cy="0"/>
          <a:chOff x="0" y="0"/>
          <a:chExt cx="0" cy="0"/>
        </a:xfrm>
      </p:grpSpPr>
      <p:sp>
        <p:nvSpPr>
          <p:cNvPr id="323" name="Google Shape;323;p42"/>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24" name="Google Shape;324;p4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5" name="Google Shape;325;p42"/>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6" name="Google Shape;326;p42"/>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327" name="Google Shape;327;p42"/>
          <p:cNvSpPr txBox="1"/>
          <p:nvPr>
            <p:ph idx="1" type="body"/>
          </p:nvPr>
        </p:nvSpPr>
        <p:spPr>
          <a:xfrm>
            <a:off x="478875" y="23986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28" name="Google Shape;328;p42"/>
          <p:cNvSpPr txBox="1"/>
          <p:nvPr>
            <p:ph idx="2" type="body"/>
          </p:nvPr>
        </p:nvSpPr>
        <p:spPr>
          <a:xfrm>
            <a:off x="4628700" y="23986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29" name="Google Shape;329;p42"/>
          <p:cNvSpPr txBox="1"/>
          <p:nvPr>
            <p:ph idx="3" type="subTitle"/>
          </p:nvPr>
        </p:nvSpPr>
        <p:spPr>
          <a:xfrm>
            <a:off x="478885"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30" name="Google Shape;330;p42"/>
          <p:cNvSpPr txBox="1"/>
          <p:nvPr>
            <p:ph idx="4" type="subTitle"/>
          </p:nvPr>
        </p:nvSpPr>
        <p:spPr>
          <a:xfrm>
            <a:off x="4628700"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31" name="Google Shape;331;p42"/>
          <p:cNvSpPr txBox="1"/>
          <p:nvPr>
            <p:ph idx="5" type="body"/>
          </p:nvPr>
        </p:nvSpPr>
        <p:spPr>
          <a:xfrm>
            <a:off x="478875" y="38937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32" name="Google Shape;332;p42"/>
          <p:cNvSpPr txBox="1"/>
          <p:nvPr>
            <p:ph idx="6" type="body"/>
          </p:nvPr>
        </p:nvSpPr>
        <p:spPr>
          <a:xfrm>
            <a:off x="4628700" y="38937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33" name="Google Shape;333;p42"/>
          <p:cNvSpPr txBox="1"/>
          <p:nvPr>
            <p:ph idx="7" type="subTitle"/>
          </p:nvPr>
        </p:nvSpPr>
        <p:spPr>
          <a:xfrm>
            <a:off x="478885" y="32810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34" name="Google Shape;334;p42"/>
          <p:cNvSpPr txBox="1"/>
          <p:nvPr>
            <p:ph idx="8" type="subTitle"/>
          </p:nvPr>
        </p:nvSpPr>
        <p:spPr>
          <a:xfrm>
            <a:off x="4628700" y="32810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335" name="Google Shape;335;p42"/>
          <p:cNvCxnSpPr/>
          <p:nvPr/>
        </p:nvCxnSpPr>
        <p:spPr>
          <a:xfrm>
            <a:off x="47685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336" name="Google Shape;336;p42"/>
          <p:cNvCxnSpPr/>
          <p:nvPr/>
        </p:nvCxnSpPr>
        <p:spPr>
          <a:xfrm>
            <a:off x="461310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337" name="Google Shape;337;p42"/>
          <p:cNvCxnSpPr/>
          <p:nvPr/>
        </p:nvCxnSpPr>
        <p:spPr>
          <a:xfrm>
            <a:off x="477825" y="38016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338" name="Google Shape;338;p42"/>
          <p:cNvCxnSpPr/>
          <p:nvPr/>
        </p:nvCxnSpPr>
        <p:spPr>
          <a:xfrm>
            <a:off x="4614075" y="3801650"/>
            <a:ext cx="40521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AND_TWO_COLUMNS_1_2_1">
    <p:bg>
      <p:bgPr>
        <a:solidFill>
          <a:schemeClr val="lt1"/>
        </a:solidFill>
      </p:bgPr>
    </p:bg>
    <p:spTree>
      <p:nvGrpSpPr>
        <p:cNvPr id="339" name="Shape 339"/>
        <p:cNvGrpSpPr/>
        <p:nvPr/>
      </p:nvGrpSpPr>
      <p:grpSpPr>
        <a:xfrm>
          <a:off x="0" y="0"/>
          <a:ext cx="0" cy="0"/>
          <a:chOff x="0" y="0"/>
          <a:chExt cx="0" cy="0"/>
        </a:xfrm>
      </p:grpSpPr>
      <p:sp>
        <p:nvSpPr>
          <p:cNvPr id="340" name="Google Shape;340;p43"/>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1" name="Google Shape;341;p43"/>
          <p:cNvSpPr/>
          <p:nvPr>
            <p:ph idx="2" type="pic"/>
          </p:nvPr>
        </p:nvSpPr>
        <p:spPr>
          <a:xfrm rot="10800000">
            <a:off x="474175" y="1837225"/>
            <a:ext cx="8190600" cy="2834700"/>
          </a:xfrm>
          <a:prstGeom prst="rect">
            <a:avLst/>
          </a:prstGeom>
          <a:noFill/>
          <a:ln>
            <a:noFill/>
          </a:ln>
        </p:spPr>
      </p:sp>
      <p:sp>
        <p:nvSpPr>
          <p:cNvPr id="342" name="Google Shape;342;p43"/>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43" name="Google Shape;343;p4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44" name="Google Shape;344;p43"/>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345" name="Google Shape;345;p43"/>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3">
    <p:spTree>
      <p:nvGrpSpPr>
        <p:cNvPr id="346" name="Shape 346"/>
        <p:cNvGrpSpPr/>
        <p:nvPr/>
      </p:nvGrpSpPr>
      <p:grpSpPr>
        <a:xfrm>
          <a:off x="0" y="0"/>
          <a:ext cx="0" cy="0"/>
          <a:chOff x="0" y="0"/>
          <a:chExt cx="0" cy="0"/>
        </a:xfrm>
      </p:grpSpPr>
      <p:sp>
        <p:nvSpPr>
          <p:cNvPr id="347" name="Google Shape;347;p44"/>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48" name="Google Shape;348;p4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49" name="Google Shape;349;p44"/>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0" name="Google Shape;350;p44"/>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SzPts val="3500"/>
              <a:buFont typeface="Chakra Petch Medium"/>
              <a:buNone/>
              <a:defRPr sz="3500"/>
            </a:lvl1pPr>
            <a:lvl2pPr lvl="1">
              <a:spcBef>
                <a:spcPts val="0"/>
              </a:spcBef>
              <a:spcAft>
                <a:spcPts val="0"/>
              </a:spcAft>
              <a:buSzPts val="4500"/>
              <a:buFont typeface="Chakra Petch Medium"/>
              <a:buNone/>
              <a:defRPr sz="4500"/>
            </a:lvl2pPr>
            <a:lvl3pPr lvl="2">
              <a:spcBef>
                <a:spcPts val="0"/>
              </a:spcBef>
              <a:spcAft>
                <a:spcPts val="0"/>
              </a:spcAft>
              <a:buSzPts val="4500"/>
              <a:buFont typeface="Chakra Petch Medium"/>
              <a:buNone/>
              <a:defRPr sz="4500"/>
            </a:lvl3pPr>
            <a:lvl4pPr lvl="3">
              <a:spcBef>
                <a:spcPts val="0"/>
              </a:spcBef>
              <a:spcAft>
                <a:spcPts val="0"/>
              </a:spcAft>
              <a:buSzPts val="4500"/>
              <a:buFont typeface="Chakra Petch Medium"/>
              <a:buNone/>
              <a:defRPr sz="4500"/>
            </a:lvl4pPr>
            <a:lvl5pPr lvl="4">
              <a:spcBef>
                <a:spcPts val="0"/>
              </a:spcBef>
              <a:spcAft>
                <a:spcPts val="0"/>
              </a:spcAft>
              <a:buSzPts val="4500"/>
              <a:buFont typeface="Chakra Petch Medium"/>
              <a:buNone/>
              <a:defRPr sz="4500"/>
            </a:lvl5pPr>
            <a:lvl6pPr lvl="5">
              <a:spcBef>
                <a:spcPts val="0"/>
              </a:spcBef>
              <a:spcAft>
                <a:spcPts val="0"/>
              </a:spcAft>
              <a:buSzPts val="4500"/>
              <a:buFont typeface="Chakra Petch Medium"/>
              <a:buNone/>
              <a:defRPr sz="4500"/>
            </a:lvl6pPr>
            <a:lvl7pPr lvl="6">
              <a:spcBef>
                <a:spcPts val="0"/>
              </a:spcBef>
              <a:spcAft>
                <a:spcPts val="0"/>
              </a:spcAft>
              <a:buSzPts val="4500"/>
              <a:buFont typeface="Chakra Petch Medium"/>
              <a:buNone/>
              <a:defRPr sz="4500"/>
            </a:lvl7pPr>
            <a:lvl8pPr lvl="7">
              <a:spcBef>
                <a:spcPts val="0"/>
              </a:spcBef>
              <a:spcAft>
                <a:spcPts val="0"/>
              </a:spcAft>
              <a:buSzPts val="4500"/>
              <a:buFont typeface="Chakra Petch Medium"/>
              <a:buNone/>
              <a:defRPr sz="4500"/>
            </a:lvl8pPr>
            <a:lvl9pPr lvl="8">
              <a:spcBef>
                <a:spcPts val="0"/>
              </a:spcBef>
              <a:spcAft>
                <a:spcPts val="0"/>
              </a:spcAft>
              <a:buSzPts val="4500"/>
              <a:buFont typeface="Chakra Petch Medium"/>
              <a:buNone/>
              <a:defRPr sz="4500"/>
            </a:lvl9pPr>
          </a:lstStyle>
          <a:p/>
        </p:txBody>
      </p:sp>
      <p:sp>
        <p:nvSpPr>
          <p:cNvPr id="351" name="Google Shape;351;p44"/>
          <p:cNvSpPr/>
          <p:nvPr>
            <p:ph idx="2" type="pic"/>
          </p:nvPr>
        </p:nvSpPr>
        <p:spPr>
          <a:xfrm rot="10800000">
            <a:off x="4611300" y="1290400"/>
            <a:ext cx="4053900" cy="1611300"/>
          </a:xfrm>
          <a:prstGeom prst="rect">
            <a:avLst/>
          </a:prstGeom>
          <a:noFill/>
          <a:ln>
            <a:noFill/>
          </a:ln>
        </p:spPr>
      </p:sp>
      <p:sp>
        <p:nvSpPr>
          <p:cNvPr id="352" name="Google Shape;352;p44"/>
          <p:cNvSpPr txBox="1"/>
          <p:nvPr>
            <p:ph idx="1" type="body"/>
          </p:nvPr>
        </p:nvSpPr>
        <p:spPr>
          <a:xfrm>
            <a:off x="478875" y="1903150"/>
            <a:ext cx="40365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53" name="Google Shape;353;p44"/>
          <p:cNvSpPr txBox="1"/>
          <p:nvPr>
            <p:ph idx="3" type="subTitle"/>
          </p:nvPr>
        </p:nvSpPr>
        <p:spPr>
          <a:xfrm>
            <a:off x="478885" y="12904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54" name="Google Shape;354;p44"/>
          <p:cNvSpPr txBox="1"/>
          <p:nvPr>
            <p:ph idx="4" type="body"/>
          </p:nvPr>
        </p:nvSpPr>
        <p:spPr>
          <a:xfrm>
            <a:off x="4628700" y="3668300"/>
            <a:ext cx="40365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55" name="Google Shape;355;p44"/>
          <p:cNvSpPr txBox="1"/>
          <p:nvPr>
            <p:ph idx="5" type="subTitle"/>
          </p:nvPr>
        </p:nvSpPr>
        <p:spPr>
          <a:xfrm>
            <a:off x="4628700" y="305555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356" name="Google Shape;356;p44"/>
          <p:cNvCxnSpPr/>
          <p:nvPr/>
        </p:nvCxnSpPr>
        <p:spPr>
          <a:xfrm>
            <a:off x="476850" y="18110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357" name="Google Shape;357;p44"/>
          <p:cNvCxnSpPr/>
          <p:nvPr/>
        </p:nvCxnSpPr>
        <p:spPr>
          <a:xfrm>
            <a:off x="4614075" y="3576200"/>
            <a:ext cx="4052100" cy="0"/>
          </a:xfrm>
          <a:prstGeom prst="straightConnector1">
            <a:avLst/>
          </a:prstGeom>
          <a:noFill/>
          <a:ln cap="flat" cmpd="sng" w="19050">
            <a:solidFill>
              <a:schemeClr val="lt1"/>
            </a:solidFill>
            <a:prstDash val="solid"/>
            <a:round/>
            <a:headEnd len="med" w="med" type="none"/>
            <a:tailEnd len="med" w="med" type="none"/>
          </a:ln>
        </p:spPr>
      </p:cxnSp>
      <p:sp>
        <p:nvSpPr>
          <p:cNvPr id="358" name="Google Shape;358;p44"/>
          <p:cNvSpPr/>
          <p:nvPr>
            <p:ph idx="6" type="pic"/>
          </p:nvPr>
        </p:nvSpPr>
        <p:spPr>
          <a:xfrm rot="10800000">
            <a:off x="470175" y="3055550"/>
            <a:ext cx="4053900" cy="1611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3_1">
    <p:spTree>
      <p:nvGrpSpPr>
        <p:cNvPr id="359" name="Shape 359"/>
        <p:cNvGrpSpPr/>
        <p:nvPr/>
      </p:nvGrpSpPr>
      <p:grpSpPr>
        <a:xfrm>
          <a:off x="0" y="0"/>
          <a:ext cx="0" cy="0"/>
          <a:chOff x="0" y="0"/>
          <a:chExt cx="0" cy="0"/>
        </a:xfrm>
      </p:grpSpPr>
      <p:sp>
        <p:nvSpPr>
          <p:cNvPr id="360" name="Google Shape;360;p45"/>
          <p:cNvSpPr txBox="1"/>
          <p:nvPr>
            <p:ph idx="1" type="body"/>
          </p:nvPr>
        </p:nvSpPr>
        <p:spPr>
          <a:xfrm>
            <a:off x="478875"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61" name="Google Shape;361;p45"/>
          <p:cNvSpPr txBox="1"/>
          <p:nvPr>
            <p:ph idx="2" type="body"/>
          </p:nvPr>
        </p:nvSpPr>
        <p:spPr>
          <a:xfrm>
            <a:off x="6042300"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62" name="Google Shape;362;p45"/>
          <p:cNvSpPr txBox="1"/>
          <p:nvPr>
            <p:ph idx="3" type="body"/>
          </p:nvPr>
        </p:nvSpPr>
        <p:spPr>
          <a:xfrm>
            <a:off x="3260588"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63" name="Google Shape;363;p4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64" name="Google Shape;364;p4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65" name="Google Shape;365;p45"/>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6" name="Google Shape;366;p45"/>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SzPts val="3500"/>
              <a:buFont typeface="Chakra Petch Medium"/>
              <a:buNone/>
              <a:defRPr sz="3500"/>
            </a:lvl1pPr>
            <a:lvl2pPr lvl="1">
              <a:spcBef>
                <a:spcPts val="0"/>
              </a:spcBef>
              <a:spcAft>
                <a:spcPts val="0"/>
              </a:spcAft>
              <a:buSzPts val="4500"/>
              <a:buFont typeface="Chakra Petch Medium"/>
              <a:buNone/>
              <a:defRPr sz="4500"/>
            </a:lvl2pPr>
            <a:lvl3pPr lvl="2">
              <a:spcBef>
                <a:spcPts val="0"/>
              </a:spcBef>
              <a:spcAft>
                <a:spcPts val="0"/>
              </a:spcAft>
              <a:buSzPts val="4500"/>
              <a:buFont typeface="Chakra Petch Medium"/>
              <a:buNone/>
              <a:defRPr sz="4500"/>
            </a:lvl3pPr>
            <a:lvl4pPr lvl="3">
              <a:spcBef>
                <a:spcPts val="0"/>
              </a:spcBef>
              <a:spcAft>
                <a:spcPts val="0"/>
              </a:spcAft>
              <a:buSzPts val="4500"/>
              <a:buFont typeface="Chakra Petch Medium"/>
              <a:buNone/>
              <a:defRPr sz="4500"/>
            </a:lvl4pPr>
            <a:lvl5pPr lvl="4">
              <a:spcBef>
                <a:spcPts val="0"/>
              </a:spcBef>
              <a:spcAft>
                <a:spcPts val="0"/>
              </a:spcAft>
              <a:buSzPts val="4500"/>
              <a:buFont typeface="Chakra Petch Medium"/>
              <a:buNone/>
              <a:defRPr sz="4500"/>
            </a:lvl5pPr>
            <a:lvl6pPr lvl="5">
              <a:spcBef>
                <a:spcPts val="0"/>
              </a:spcBef>
              <a:spcAft>
                <a:spcPts val="0"/>
              </a:spcAft>
              <a:buSzPts val="4500"/>
              <a:buFont typeface="Chakra Petch Medium"/>
              <a:buNone/>
              <a:defRPr sz="4500"/>
            </a:lvl6pPr>
            <a:lvl7pPr lvl="6">
              <a:spcBef>
                <a:spcPts val="0"/>
              </a:spcBef>
              <a:spcAft>
                <a:spcPts val="0"/>
              </a:spcAft>
              <a:buSzPts val="4500"/>
              <a:buFont typeface="Chakra Petch Medium"/>
              <a:buNone/>
              <a:defRPr sz="4500"/>
            </a:lvl7pPr>
            <a:lvl8pPr lvl="7">
              <a:spcBef>
                <a:spcPts val="0"/>
              </a:spcBef>
              <a:spcAft>
                <a:spcPts val="0"/>
              </a:spcAft>
              <a:buSzPts val="4500"/>
              <a:buFont typeface="Chakra Petch Medium"/>
              <a:buNone/>
              <a:defRPr sz="4500"/>
            </a:lvl8pPr>
            <a:lvl9pPr lvl="8">
              <a:spcBef>
                <a:spcPts val="0"/>
              </a:spcBef>
              <a:spcAft>
                <a:spcPts val="0"/>
              </a:spcAft>
              <a:buSzPts val="4500"/>
              <a:buFont typeface="Chakra Petch Medium"/>
              <a:buNone/>
              <a:defRPr sz="4500"/>
            </a:lvl9pPr>
          </a:lstStyle>
          <a:p/>
        </p:txBody>
      </p:sp>
      <p:sp>
        <p:nvSpPr>
          <p:cNvPr id="367" name="Google Shape;367;p45"/>
          <p:cNvSpPr/>
          <p:nvPr>
            <p:ph idx="4" type="pic"/>
          </p:nvPr>
        </p:nvSpPr>
        <p:spPr>
          <a:xfrm rot="10800000">
            <a:off x="470275" y="3055550"/>
            <a:ext cx="2618700" cy="1611300"/>
          </a:xfrm>
          <a:prstGeom prst="rect">
            <a:avLst/>
          </a:prstGeom>
          <a:noFill/>
          <a:ln>
            <a:noFill/>
          </a:ln>
        </p:spPr>
      </p:sp>
      <p:sp>
        <p:nvSpPr>
          <p:cNvPr id="368" name="Google Shape;368;p45"/>
          <p:cNvSpPr txBox="1"/>
          <p:nvPr>
            <p:ph idx="5" type="subTitle"/>
          </p:nvPr>
        </p:nvSpPr>
        <p:spPr>
          <a:xfrm>
            <a:off x="478875"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369" name="Google Shape;369;p45"/>
          <p:cNvCxnSpPr/>
          <p:nvPr/>
        </p:nvCxnSpPr>
        <p:spPr>
          <a:xfrm>
            <a:off x="476850" y="1811050"/>
            <a:ext cx="2623200" cy="0"/>
          </a:xfrm>
          <a:prstGeom prst="straightConnector1">
            <a:avLst/>
          </a:prstGeom>
          <a:noFill/>
          <a:ln cap="flat" cmpd="sng" w="19050">
            <a:solidFill>
              <a:schemeClr val="lt1"/>
            </a:solidFill>
            <a:prstDash val="solid"/>
            <a:round/>
            <a:headEnd len="med" w="med" type="none"/>
            <a:tailEnd len="med" w="med" type="none"/>
          </a:ln>
        </p:spPr>
      </p:cxnSp>
      <p:sp>
        <p:nvSpPr>
          <p:cNvPr id="370" name="Google Shape;370;p45"/>
          <p:cNvSpPr txBox="1"/>
          <p:nvPr>
            <p:ph idx="6" type="subTitle"/>
          </p:nvPr>
        </p:nvSpPr>
        <p:spPr>
          <a:xfrm>
            <a:off x="3260538"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71" name="Google Shape;371;p45"/>
          <p:cNvSpPr txBox="1"/>
          <p:nvPr>
            <p:ph idx="7" type="subTitle"/>
          </p:nvPr>
        </p:nvSpPr>
        <p:spPr>
          <a:xfrm>
            <a:off x="6042225"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372" name="Google Shape;372;p45"/>
          <p:cNvCxnSpPr/>
          <p:nvPr/>
        </p:nvCxnSpPr>
        <p:spPr>
          <a:xfrm>
            <a:off x="3260538" y="1811050"/>
            <a:ext cx="2623200" cy="0"/>
          </a:xfrm>
          <a:prstGeom prst="straightConnector1">
            <a:avLst/>
          </a:prstGeom>
          <a:noFill/>
          <a:ln cap="flat" cmpd="sng" w="19050">
            <a:solidFill>
              <a:schemeClr val="lt1"/>
            </a:solidFill>
            <a:prstDash val="solid"/>
            <a:round/>
            <a:headEnd len="med" w="med" type="none"/>
            <a:tailEnd len="med" w="med" type="none"/>
          </a:ln>
        </p:spPr>
      </p:cxnSp>
      <p:cxnSp>
        <p:nvCxnSpPr>
          <p:cNvPr id="373" name="Google Shape;373;p45"/>
          <p:cNvCxnSpPr/>
          <p:nvPr/>
        </p:nvCxnSpPr>
        <p:spPr>
          <a:xfrm>
            <a:off x="6042225" y="1811050"/>
            <a:ext cx="2623200" cy="0"/>
          </a:xfrm>
          <a:prstGeom prst="straightConnector1">
            <a:avLst/>
          </a:prstGeom>
          <a:noFill/>
          <a:ln cap="flat" cmpd="sng" w="19050">
            <a:solidFill>
              <a:schemeClr val="lt1"/>
            </a:solidFill>
            <a:prstDash val="solid"/>
            <a:round/>
            <a:headEnd len="med" w="med" type="none"/>
            <a:tailEnd len="med" w="med" type="none"/>
          </a:ln>
        </p:spPr>
      </p:cxnSp>
      <p:sp>
        <p:nvSpPr>
          <p:cNvPr id="374" name="Google Shape;374;p45"/>
          <p:cNvSpPr/>
          <p:nvPr>
            <p:ph idx="8" type="pic"/>
          </p:nvPr>
        </p:nvSpPr>
        <p:spPr>
          <a:xfrm rot="10800000">
            <a:off x="3262575" y="3055550"/>
            <a:ext cx="2618700" cy="1611300"/>
          </a:xfrm>
          <a:prstGeom prst="rect">
            <a:avLst/>
          </a:prstGeom>
          <a:noFill/>
          <a:ln>
            <a:noFill/>
          </a:ln>
        </p:spPr>
      </p:sp>
      <p:sp>
        <p:nvSpPr>
          <p:cNvPr id="375" name="Google Shape;375;p45"/>
          <p:cNvSpPr/>
          <p:nvPr>
            <p:ph idx="9" type="pic"/>
          </p:nvPr>
        </p:nvSpPr>
        <p:spPr>
          <a:xfrm rot="10800000">
            <a:off x="6054875" y="3055550"/>
            <a:ext cx="2618700" cy="16113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TITLE_AND_TWO_COLUMNS_1_2_1_1">
    <p:bg>
      <p:bgPr>
        <a:solidFill>
          <a:schemeClr val="lt1"/>
        </a:solidFill>
      </p:bgPr>
    </p:bg>
    <p:spTree>
      <p:nvGrpSpPr>
        <p:cNvPr id="376" name="Shape 376"/>
        <p:cNvGrpSpPr/>
        <p:nvPr/>
      </p:nvGrpSpPr>
      <p:grpSpPr>
        <a:xfrm>
          <a:off x="0" y="0"/>
          <a:ext cx="0" cy="0"/>
          <a:chOff x="0" y="0"/>
          <a:chExt cx="0" cy="0"/>
        </a:xfrm>
      </p:grpSpPr>
      <p:sp>
        <p:nvSpPr>
          <p:cNvPr id="377" name="Google Shape;377;p46"/>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8" name="Google Shape;378;p46"/>
          <p:cNvSpPr/>
          <p:nvPr>
            <p:ph idx="2" type="pic"/>
          </p:nvPr>
        </p:nvSpPr>
        <p:spPr>
          <a:xfrm rot="10800000">
            <a:off x="2100" y="300"/>
            <a:ext cx="9139800" cy="5142900"/>
          </a:xfrm>
          <a:prstGeom prst="rect">
            <a:avLst/>
          </a:prstGeom>
          <a:noFill/>
          <a:ln>
            <a:noFill/>
          </a:ln>
        </p:spPr>
      </p:sp>
      <p:sp>
        <p:nvSpPr>
          <p:cNvPr id="379" name="Google Shape;379;p46"/>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80" name="Google Shape;380;p4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81" name="Google Shape;381;p46"/>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_2_1_2">
    <p:bg>
      <p:bgPr>
        <a:solidFill>
          <a:schemeClr val="lt1"/>
        </a:solidFill>
      </p:bgPr>
    </p:bg>
    <p:spTree>
      <p:nvGrpSpPr>
        <p:cNvPr id="382" name="Shape 382"/>
        <p:cNvGrpSpPr/>
        <p:nvPr/>
      </p:nvGrpSpPr>
      <p:grpSpPr>
        <a:xfrm>
          <a:off x="0" y="0"/>
          <a:ext cx="0" cy="0"/>
          <a:chOff x="0" y="0"/>
          <a:chExt cx="0" cy="0"/>
        </a:xfrm>
      </p:grpSpPr>
      <p:sp>
        <p:nvSpPr>
          <p:cNvPr id="383" name="Google Shape;383;p47"/>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4" name="Google Shape;384;p47"/>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85" name="Google Shape;385;p4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86" name="Google Shape;386;p47"/>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500"/>
              <a:buFont typeface="Chakra Petch Medium"/>
              <a:buNone/>
              <a:defRPr sz="3500">
                <a:solidFill>
                  <a:schemeClr val="dk1"/>
                </a:solidFill>
              </a:defRPr>
            </a:lvl1pPr>
            <a:lvl2pPr lvl="1">
              <a:spcBef>
                <a:spcPts val="0"/>
              </a:spcBef>
              <a:spcAft>
                <a:spcPts val="0"/>
              </a:spcAft>
              <a:buClr>
                <a:schemeClr val="dk1"/>
              </a:buClr>
              <a:buSzPts val="4500"/>
              <a:buFont typeface="Chakra Petch Medium"/>
              <a:buNone/>
              <a:defRPr sz="4500">
                <a:solidFill>
                  <a:schemeClr val="dk1"/>
                </a:solidFill>
              </a:defRPr>
            </a:lvl2pPr>
            <a:lvl3pPr lvl="2">
              <a:spcBef>
                <a:spcPts val="0"/>
              </a:spcBef>
              <a:spcAft>
                <a:spcPts val="0"/>
              </a:spcAft>
              <a:buClr>
                <a:schemeClr val="dk1"/>
              </a:buClr>
              <a:buSzPts val="4500"/>
              <a:buFont typeface="Chakra Petch Medium"/>
              <a:buNone/>
              <a:defRPr sz="4500">
                <a:solidFill>
                  <a:schemeClr val="dk1"/>
                </a:solidFill>
              </a:defRPr>
            </a:lvl3pPr>
            <a:lvl4pPr lvl="3">
              <a:spcBef>
                <a:spcPts val="0"/>
              </a:spcBef>
              <a:spcAft>
                <a:spcPts val="0"/>
              </a:spcAft>
              <a:buClr>
                <a:schemeClr val="dk1"/>
              </a:buClr>
              <a:buSzPts val="4500"/>
              <a:buFont typeface="Chakra Petch Medium"/>
              <a:buNone/>
              <a:defRPr sz="4500">
                <a:solidFill>
                  <a:schemeClr val="dk1"/>
                </a:solidFill>
              </a:defRPr>
            </a:lvl4pPr>
            <a:lvl5pPr lvl="4">
              <a:spcBef>
                <a:spcPts val="0"/>
              </a:spcBef>
              <a:spcAft>
                <a:spcPts val="0"/>
              </a:spcAft>
              <a:buClr>
                <a:schemeClr val="dk1"/>
              </a:buClr>
              <a:buSzPts val="4500"/>
              <a:buFont typeface="Chakra Petch Medium"/>
              <a:buNone/>
              <a:defRPr sz="4500">
                <a:solidFill>
                  <a:schemeClr val="dk1"/>
                </a:solidFill>
              </a:defRPr>
            </a:lvl5pPr>
            <a:lvl6pPr lvl="5">
              <a:spcBef>
                <a:spcPts val="0"/>
              </a:spcBef>
              <a:spcAft>
                <a:spcPts val="0"/>
              </a:spcAft>
              <a:buClr>
                <a:schemeClr val="dk1"/>
              </a:buClr>
              <a:buSzPts val="4500"/>
              <a:buFont typeface="Chakra Petch Medium"/>
              <a:buNone/>
              <a:defRPr sz="4500">
                <a:solidFill>
                  <a:schemeClr val="dk1"/>
                </a:solidFill>
              </a:defRPr>
            </a:lvl6pPr>
            <a:lvl7pPr lvl="6">
              <a:spcBef>
                <a:spcPts val="0"/>
              </a:spcBef>
              <a:spcAft>
                <a:spcPts val="0"/>
              </a:spcAft>
              <a:buClr>
                <a:schemeClr val="dk1"/>
              </a:buClr>
              <a:buSzPts val="4500"/>
              <a:buFont typeface="Chakra Petch Medium"/>
              <a:buNone/>
              <a:defRPr sz="4500">
                <a:solidFill>
                  <a:schemeClr val="dk1"/>
                </a:solidFill>
              </a:defRPr>
            </a:lvl7pPr>
            <a:lvl8pPr lvl="7">
              <a:spcBef>
                <a:spcPts val="0"/>
              </a:spcBef>
              <a:spcAft>
                <a:spcPts val="0"/>
              </a:spcAft>
              <a:buClr>
                <a:schemeClr val="dk1"/>
              </a:buClr>
              <a:buSzPts val="4500"/>
              <a:buFont typeface="Chakra Petch Medium"/>
              <a:buNone/>
              <a:defRPr sz="4500">
                <a:solidFill>
                  <a:schemeClr val="dk1"/>
                </a:solidFill>
              </a:defRPr>
            </a:lvl8pPr>
            <a:lvl9pPr lvl="8">
              <a:spcBef>
                <a:spcPts val="0"/>
              </a:spcBef>
              <a:spcAft>
                <a:spcPts val="0"/>
              </a:spcAft>
              <a:buClr>
                <a:schemeClr val="dk1"/>
              </a:buClr>
              <a:buSzPts val="4500"/>
              <a:buFont typeface="Chakra Petch Medium"/>
              <a:buNone/>
              <a:defRPr sz="4500">
                <a:solidFill>
                  <a:schemeClr val="dk1"/>
                </a:solidFill>
              </a:defRPr>
            </a:lvl9pPr>
          </a:lstStyle>
          <a:p/>
        </p:txBody>
      </p:sp>
      <p:sp>
        <p:nvSpPr>
          <p:cNvPr id="387" name="Google Shape;387;p47"/>
          <p:cNvSpPr/>
          <p:nvPr>
            <p:ph idx="2" type="pic"/>
          </p:nvPr>
        </p:nvSpPr>
        <p:spPr>
          <a:xfrm rot="10800000">
            <a:off x="470275" y="3608750"/>
            <a:ext cx="2618700" cy="1058100"/>
          </a:xfrm>
          <a:prstGeom prst="rect">
            <a:avLst/>
          </a:prstGeom>
          <a:noFill/>
          <a:ln>
            <a:noFill/>
          </a:ln>
        </p:spPr>
      </p:sp>
      <p:sp>
        <p:nvSpPr>
          <p:cNvPr id="388" name="Google Shape;388;p47"/>
          <p:cNvSpPr/>
          <p:nvPr>
            <p:ph idx="3" type="pic"/>
          </p:nvPr>
        </p:nvSpPr>
        <p:spPr>
          <a:xfrm rot="10800000">
            <a:off x="3262575" y="3608750"/>
            <a:ext cx="2618700" cy="1058100"/>
          </a:xfrm>
          <a:prstGeom prst="rect">
            <a:avLst/>
          </a:prstGeom>
          <a:noFill/>
          <a:ln>
            <a:noFill/>
          </a:ln>
        </p:spPr>
      </p:sp>
      <p:sp>
        <p:nvSpPr>
          <p:cNvPr id="389" name="Google Shape;389;p47"/>
          <p:cNvSpPr/>
          <p:nvPr>
            <p:ph idx="4" type="pic"/>
          </p:nvPr>
        </p:nvSpPr>
        <p:spPr>
          <a:xfrm rot="10800000">
            <a:off x="6054875" y="3608750"/>
            <a:ext cx="2618700" cy="1058100"/>
          </a:xfrm>
          <a:prstGeom prst="rect">
            <a:avLst/>
          </a:prstGeom>
          <a:noFill/>
          <a:ln>
            <a:noFill/>
          </a:ln>
        </p:spPr>
      </p:sp>
      <p:sp>
        <p:nvSpPr>
          <p:cNvPr id="390" name="Google Shape;390;p47"/>
          <p:cNvSpPr/>
          <p:nvPr>
            <p:ph idx="5" type="pic"/>
          </p:nvPr>
        </p:nvSpPr>
        <p:spPr>
          <a:xfrm rot="10800000">
            <a:off x="470275" y="2449575"/>
            <a:ext cx="2618700" cy="1058100"/>
          </a:xfrm>
          <a:prstGeom prst="rect">
            <a:avLst/>
          </a:prstGeom>
          <a:noFill/>
          <a:ln>
            <a:noFill/>
          </a:ln>
        </p:spPr>
      </p:sp>
      <p:sp>
        <p:nvSpPr>
          <p:cNvPr id="391" name="Google Shape;391;p47"/>
          <p:cNvSpPr/>
          <p:nvPr>
            <p:ph idx="6" type="pic"/>
          </p:nvPr>
        </p:nvSpPr>
        <p:spPr>
          <a:xfrm rot="10800000">
            <a:off x="3262575" y="2449575"/>
            <a:ext cx="2618700" cy="1058100"/>
          </a:xfrm>
          <a:prstGeom prst="rect">
            <a:avLst/>
          </a:prstGeom>
          <a:noFill/>
          <a:ln>
            <a:noFill/>
          </a:ln>
        </p:spPr>
      </p:sp>
      <p:sp>
        <p:nvSpPr>
          <p:cNvPr id="392" name="Google Shape;392;p47"/>
          <p:cNvSpPr/>
          <p:nvPr>
            <p:ph idx="7" type="pic"/>
          </p:nvPr>
        </p:nvSpPr>
        <p:spPr>
          <a:xfrm rot="10800000">
            <a:off x="6054875" y="2449575"/>
            <a:ext cx="2618700" cy="1058100"/>
          </a:xfrm>
          <a:prstGeom prst="rect">
            <a:avLst/>
          </a:prstGeom>
          <a:noFill/>
          <a:ln>
            <a:noFill/>
          </a:ln>
        </p:spPr>
      </p:sp>
      <p:sp>
        <p:nvSpPr>
          <p:cNvPr id="393" name="Google Shape;393;p47"/>
          <p:cNvSpPr/>
          <p:nvPr>
            <p:ph idx="8" type="pic"/>
          </p:nvPr>
        </p:nvSpPr>
        <p:spPr>
          <a:xfrm rot="10800000">
            <a:off x="470275" y="1290401"/>
            <a:ext cx="2618700" cy="1058100"/>
          </a:xfrm>
          <a:prstGeom prst="rect">
            <a:avLst/>
          </a:prstGeom>
          <a:noFill/>
          <a:ln>
            <a:noFill/>
          </a:ln>
        </p:spPr>
      </p:sp>
      <p:sp>
        <p:nvSpPr>
          <p:cNvPr id="394" name="Google Shape;394;p47"/>
          <p:cNvSpPr/>
          <p:nvPr>
            <p:ph idx="9" type="pic"/>
          </p:nvPr>
        </p:nvSpPr>
        <p:spPr>
          <a:xfrm rot="10800000">
            <a:off x="3262575" y="1290401"/>
            <a:ext cx="2618700" cy="1058100"/>
          </a:xfrm>
          <a:prstGeom prst="rect">
            <a:avLst/>
          </a:prstGeom>
          <a:noFill/>
          <a:ln>
            <a:noFill/>
          </a:ln>
        </p:spPr>
      </p:sp>
      <p:sp>
        <p:nvSpPr>
          <p:cNvPr id="395" name="Google Shape;395;p47"/>
          <p:cNvSpPr/>
          <p:nvPr>
            <p:ph idx="13" type="pic"/>
          </p:nvPr>
        </p:nvSpPr>
        <p:spPr>
          <a:xfrm rot="10800000">
            <a:off x="6054875" y="1290401"/>
            <a:ext cx="2618700" cy="10581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theme" Target="../theme/theme2.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65625" y="947373"/>
            <a:ext cx="8412600" cy="7314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1pPr>
            <a:lvl2pPr lvl="1">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2pPr>
            <a:lvl3pPr lvl="2">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3pPr>
            <a:lvl4pPr lvl="3">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4pPr>
            <a:lvl5pPr lvl="4">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5pPr>
            <a:lvl6pPr lvl="5">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6pPr>
            <a:lvl7pPr lvl="6">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7pPr>
            <a:lvl8pPr lvl="7">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8pPr>
            <a:lvl9pPr lvl="8">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9pPr>
          </a:lstStyle>
          <a:p/>
        </p:txBody>
      </p:sp>
      <p:sp>
        <p:nvSpPr>
          <p:cNvPr id="52" name="Google Shape;52;p13"/>
          <p:cNvSpPr txBox="1"/>
          <p:nvPr>
            <p:ph idx="1" type="body"/>
          </p:nvPr>
        </p:nvSpPr>
        <p:spPr>
          <a:xfrm>
            <a:off x="478863" y="2519283"/>
            <a:ext cx="8520600" cy="3416400"/>
          </a:xfrm>
          <a:prstGeom prst="rect">
            <a:avLst/>
          </a:prstGeom>
          <a:noFill/>
          <a:ln>
            <a:noFill/>
          </a:ln>
        </p:spPr>
        <p:txBody>
          <a:bodyPr anchorCtr="0" anchor="t" bIns="91425" lIns="91425" spcFirstLastPara="1" rIns="91425" wrap="square" tIns="91425">
            <a:noAutofit/>
          </a:bodyPr>
          <a:lstStyle>
            <a:lvl1pPr indent="-387350" lvl="0" marL="4572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1pPr>
            <a:lvl2pPr indent="-387350" lvl="1" marL="9144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2pPr>
            <a:lvl3pPr indent="-387350" lvl="2" marL="13716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3pPr>
            <a:lvl4pPr indent="-387350" lvl="3" marL="18288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4pPr>
            <a:lvl5pPr indent="-387350" lvl="4" marL="22860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5pPr>
            <a:lvl6pPr indent="-387350" lvl="5" marL="27432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6pPr>
            <a:lvl7pPr indent="-387350" lvl="6" marL="32004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7pPr>
            <a:lvl8pPr indent="-387350" lvl="7" marL="36576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8pPr>
            <a:lvl9pPr indent="-387350" lvl="8" marL="41148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9pPr>
          </a:lstStyle>
          <a:p/>
        </p:txBody>
      </p:sp>
      <p:sp>
        <p:nvSpPr>
          <p:cNvPr id="53" name="Google Shape;53;p13"/>
          <p:cNvSpPr txBox="1"/>
          <p:nvPr>
            <p:ph idx="12" type="sldNum"/>
          </p:nvPr>
        </p:nvSpPr>
        <p:spPr>
          <a:xfrm>
            <a:off x="8016442" y="363450"/>
            <a:ext cx="685800" cy="3291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Chakra Petch SemiBold"/>
                <a:ea typeface="Chakra Petch SemiBold"/>
                <a:cs typeface="Chakra Petch SemiBold"/>
                <a:sym typeface="Chakra Petch SemiBold"/>
              </a:defRPr>
            </a:lvl1pPr>
            <a:lvl2pPr lvl="1" algn="r">
              <a:buNone/>
              <a:defRPr sz="1000">
                <a:solidFill>
                  <a:schemeClr val="lt1"/>
                </a:solidFill>
                <a:latin typeface="Chakra Petch SemiBold"/>
                <a:ea typeface="Chakra Petch SemiBold"/>
                <a:cs typeface="Chakra Petch SemiBold"/>
                <a:sym typeface="Chakra Petch SemiBold"/>
              </a:defRPr>
            </a:lvl2pPr>
            <a:lvl3pPr lvl="2" algn="r">
              <a:buNone/>
              <a:defRPr sz="1000">
                <a:solidFill>
                  <a:schemeClr val="lt1"/>
                </a:solidFill>
                <a:latin typeface="Chakra Petch SemiBold"/>
                <a:ea typeface="Chakra Petch SemiBold"/>
                <a:cs typeface="Chakra Petch SemiBold"/>
                <a:sym typeface="Chakra Petch SemiBold"/>
              </a:defRPr>
            </a:lvl3pPr>
            <a:lvl4pPr lvl="3" algn="r">
              <a:buNone/>
              <a:defRPr sz="1000">
                <a:solidFill>
                  <a:schemeClr val="lt1"/>
                </a:solidFill>
                <a:latin typeface="Chakra Petch SemiBold"/>
                <a:ea typeface="Chakra Petch SemiBold"/>
                <a:cs typeface="Chakra Petch SemiBold"/>
                <a:sym typeface="Chakra Petch SemiBold"/>
              </a:defRPr>
            </a:lvl4pPr>
            <a:lvl5pPr lvl="4" algn="r">
              <a:buNone/>
              <a:defRPr sz="1000">
                <a:solidFill>
                  <a:schemeClr val="lt1"/>
                </a:solidFill>
                <a:latin typeface="Chakra Petch SemiBold"/>
                <a:ea typeface="Chakra Petch SemiBold"/>
                <a:cs typeface="Chakra Petch SemiBold"/>
                <a:sym typeface="Chakra Petch SemiBold"/>
              </a:defRPr>
            </a:lvl5pPr>
            <a:lvl6pPr lvl="5" algn="r">
              <a:buNone/>
              <a:defRPr sz="1000">
                <a:solidFill>
                  <a:schemeClr val="lt1"/>
                </a:solidFill>
                <a:latin typeface="Chakra Petch SemiBold"/>
                <a:ea typeface="Chakra Petch SemiBold"/>
                <a:cs typeface="Chakra Petch SemiBold"/>
                <a:sym typeface="Chakra Petch SemiBold"/>
              </a:defRPr>
            </a:lvl6pPr>
            <a:lvl7pPr lvl="6" algn="r">
              <a:buNone/>
              <a:defRPr sz="1000">
                <a:solidFill>
                  <a:schemeClr val="lt1"/>
                </a:solidFill>
                <a:latin typeface="Chakra Petch SemiBold"/>
                <a:ea typeface="Chakra Petch SemiBold"/>
                <a:cs typeface="Chakra Petch SemiBold"/>
                <a:sym typeface="Chakra Petch SemiBold"/>
              </a:defRPr>
            </a:lvl7pPr>
            <a:lvl8pPr lvl="7" algn="r">
              <a:buNone/>
              <a:defRPr sz="1000">
                <a:solidFill>
                  <a:schemeClr val="lt1"/>
                </a:solidFill>
                <a:latin typeface="Chakra Petch SemiBold"/>
                <a:ea typeface="Chakra Petch SemiBold"/>
                <a:cs typeface="Chakra Petch SemiBold"/>
                <a:sym typeface="Chakra Petch SemiBold"/>
              </a:defRPr>
            </a:lvl8pPr>
            <a:lvl9pPr lvl="8" algn="r">
              <a:buNone/>
              <a:defRPr sz="1000">
                <a:solidFill>
                  <a:schemeClr val="lt1"/>
                </a:solidFill>
                <a:latin typeface="Chakra Petch SemiBold"/>
                <a:ea typeface="Chakra Petch SemiBold"/>
                <a:cs typeface="Chakra Petch SemiBold"/>
                <a:sym typeface="Chakra Petch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8"/>
          <p:cNvSpPr txBox="1"/>
          <p:nvPr>
            <p:ph type="ctrTitle"/>
          </p:nvPr>
        </p:nvSpPr>
        <p:spPr>
          <a:xfrm>
            <a:off x="2129000" y="487400"/>
            <a:ext cx="5474700" cy="33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a:ea typeface="Times"/>
                <a:cs typeface="Times"/>
                <a:sym typeface="Times"/>
              </a:rPr>
              <a:t>Phishing: Predator Catchers</a:t>
            </a:r>
            <a:endParaRPr>
              <a:latin typeface="Times"/>
              <a:ea typeface="Times"/>
              <a:cs typeface="Times"/>
              <a:sym typeface="Times"/>
            </a:endParaRPr>
          </a:p>
        </p:txBody>
      </p:sp>
      <p:sp>
        <p:nvSpPr>
          <p:cNvPr id="401" name="Google Shape;401;p48"/>
          <p:cNvSpPr txBox="1"/>
          <p:nvPr>
            <p:ph idx="1" type="subTitle"/>
          </p:nvPr>
        </p:nvSpPr>
        <p:spPr>
          <a:xfrm>
            <a:off x="2230150" y="4168725"/>
            <a:ext cx="60381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a:ea typeface="Times"/>
                <a:cs typeface="Times"/>
                <a:sym typeface="Times"/>
              </a:rPr>
              <a:t>By: Sloka + Fiyin        co. 2026 </a:t>
            </a:r>
            <a:endParaRPr>
              <a:latin typeface="Times"/>
              <a:ea typeface="Times"/>
              <a:cs typeface="Times"/>
              <a:sym typeface="Times"/>
            </a:endParaRPr>
          </a:p>
        </p:txBody>
      </p:sp>
      <p:sp>
        <p:nvSpPr>
          <p:cNvPr id="402" name="Google Shape;402;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med">
        <p14:prism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pic>
        <p:nvPicPr>
          <p:cNvPr id="407" name="Google Shape;407;p49"/>
          <p:cNvPicPr preferRelativeResize="0"/>
          <p:nvPr/>
        </p:nvPicPr>
        <p:blipFill>
          <a:blip r:embed="rId3">
            <a:alphaModFix/>
          </a:blip>
          <a:stretch>
            <a:fillRect/>
          </a:stretch>
        </p:blipFill>
        <p:spPr>
          <a:xfrm>
            <a:off x="336750" y="367775"/>
            <a:ext cx="4401700" cy="4470350"/>
          </a:xfrm>
          <a:prstGeom prst="rect">
            <a:avLst/>
          </a:prstGeom>
          <a:noFill/>
          <a:ln>
            <a:noFill/>
          </a:ln>
        </p:spPr>
      </p:pic>
      <p:pic>
        <p:nvPicPr>
          <p:cNvPr id="408" name="Google Shape;408;p49"/>
          <p:cNvPicPr preferRelativeResize="0"/>
          <p:nvPr/>
        </p:nvPicPr>
        <p:blipFill>
          <a:blip r:embed="rId4">
            <a:alphaModFix/>
          </a:blip>
          <a:stretch>
            <a:fillRect/>
          </a:stretch>
        </p:blipFill>
        <p:spPr>
          <a:xfrm>
            <a:off x="4738450" y="348670"/>
            <a:ext cx="4253149" cy="4470350"/>
          </a:xfrm>
          <a:prstGeom prst="rect">
            <a:avLst/>
          </a:prstGeom>
          <a:noFill/>
          <a:ln>
            <a:noFill/>
          </a:ln>
        </p:spPr>
      </p:pic>
    </p:spTree>
  </p:cSld>
  <p:clrMapOvr>
    <a:masterClrMapping/>
  </p:clrMapOvr>
  <mc:AlternateContent>
    <mc:Choice Requires="p14">
      <p:transition spd="slow" p14:dur="1900">
        <p14:flip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0"/>
          <p:cNvSpPr/>
          <p:nvPr>
            <p:ph idx="2" type="pic"/>
          </p:nvPr>
        </p:nvSpPr>
        <p:spPr>
          <a:xfrm rot="10800000">
            <a:off x="2100" y="300"/>
            <a:ext cx="9139800" cy="5142900"/>
          </a:xfrm>
          <a:prstGeom prst="rect">
            <a:avLst/>
          </a:prstGeom>
        </p:spPr>
      </p:sp>
      <p:pic>
        <p:nvPicPr>
          <p:cNvPr descr="Rooftop cityscape of San Francisco (Provided by Getty Images)" id="414" name="Google Shape;414;p50"/>
          <p:cNvPicPr preferRelativeResize="0"/>
          <p:nvPr/>
        </p:nvPicPr>
        <p:blipFill>
          <a:blip r:embed="rId3">
            <a:alphaModFix/>
          </a:blip>
          <a:stretch>
            <a:fillRect/>
          </a:stretch>
        </p:blipFill>
        <p:spPr>
          <a:xfrm>
            <a:off x="2100" y="0"/>
            <a:ext cx="9144003" cy="5143499"/>
          </a:xfrm>
          <a:prstGeom prst="rect">
            <a:avLst/>
          </a:prstGeom>
          <a:noFill/>
          <a:ln>
            <a:noFill/>
          </a:ln>
        </p:spPr>
      </p:pic>
      <p:sp>
        <p:nvSpPr>
          <p:cNvPr id="415" name="Google Shape;415;p50"/>
          <p:cNvSpPr/>
          <p:nvPr/>
        </p:nvSpPr>
        <p:spPr>
          <a:xfrm rot="-2022334">
            <a:off x="6229890" y="1226165"/>
            <a:ext cx="922827" cy="417273"/>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6" name="Google Shape;416;p50"/>
          <p:cNvSpPr/>
          <p:nvPr/>
        </p:nvSpPr>
        <p:spPr>
          <a:xfrm>
            <a:off x="4002900" y="1338325"/>
            <a:ext cx="2133300" cy="15312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7" name="Google Shape;417;p50"/>
          <p:cNvSpPr txBox="1"/>
          <p:nvPr/>
        </p:nvSpPr>
        <p:spPr>
          <a:xfrm>
            <a:off x="1513875" y="410000"/>
            <a:ext cx="1573800" cy="2049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3000">
                <a:solidFill>
                  <a:srgbClr val="FFFFFF"/>
                </a:solidFill>
                <a:latin typeface="DM Sans"/>
                <a:ea typeface="DM Sans"/>
                <a:cs typeface="DM Sans"/>
                <a:sym typeface="DM Sans"/>
              </a:rPr>
              <a:t>San Jose, Costa Rica</a:t>
            </a:r>
            <a:endParaRPr sz="3000">
              <a:solidFill>
                <a:srgbClr val="FFFFFF"/>
              </a:solidFill>
              <a:latin typeface="DM Sans"/>
              <a:ea typeface="DM Sans"/>
              <a:cs typeface="DM Sans"/>
              <a:sym typeface="DM Sans"/>
            </a:endParaRPr>
          </a:p>
        </p:txBody>
      </p:sp>
      <p:pic>
        <p:nvPicPr>
          <p:cNvPr id="418" name="Google Shape;418;p50"/>
          <p:cNvPicPr preferRelativeResize="0"/>
          <p:nvPr/>
        </p:nvPicPr>
        <p:blipFill>
          <a:blip r:embed="rId4">
            <a:alphaModFix/>
          </a:blip>
          <a:stretch>
            <a:fillRect/>
          </a:stretch>
        </p:blipFill>
        <p:spPr>
          <a:xfrm>
            <a:off x="4140012" y="1641975"/>
            <a:ext cx="999300" cy="781350"/>
          </a:xfrm>
          <a:prstGeom prst="rect">
            <a:avLst/>
          </a:prstGeom>
          <a:noFill/>
          <a:ln>
            <a:noFill/>
          </a:ln>
        </p:spPr>
      </p:pic>
      <p:pic>
        <p:nvPicPr>
          <p:cNvPr id="419" name="Google Shape;419;p50"/>
          <p:cNvPicPr preferRelativeResize="0"/>
          <p:nvPr/>
        </p:nvPicPr>
        <p:blipFill>
          <a:blip r:embed="rId5">
            <a:alphaModFix/>
          </a:blip>
          <a:stretch>
            <a:fillRect/>
          </a:stretch>
        </p:blipFill>
        <p:spPr>
          <a:xfrm>
            <a:off x="5179652" y="1641975"/>
            <a:ext cx="956372" cy="781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51"/>
          <p:cNvSpPr txBox="1"/>
          <p:nvPr/>
        </p:nvSpPr>
        <p:spPr>
          <a:xfrm>
            <a:off x="1179275" y="358751"/>
            <a:ext cx="7325100" cy="44946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2800">
                <a:solidFill>
                  <a:schemeClr val="dk2"/>
                </a:solidFill>
                <a:latin typeface="Times"/>
                <a:ea typeface="Times"/>
                <a:cs typeface="Times"/>
                <a:sym typeface="Times"/>
              </a:rPr>
              <a:t>Company Name - Predator Catchers</a:t>
            </a:r>
            <a:endParaRPr sz="2800">
              <a:solidFill>
                <a:schemeClr val="dk2"/>
              </a:solidFill>
              <a:latin typeface="Times"/>
              <a:ea typeface="Times"/>
              <a:cs typeface="Times"/>
              <a:sym typeface="Times"/>
            </a:endParaRPr>
          </a:p>
          <a:p>
            <a:pPr indent="0" lvl="0" marL="0" rtl="0" algn="l">
              <a:spcBef>
                <a:spcPts val="0"/>
              </a:spcBef>
              <a:spcAft>
                <a:spcPts val="0"/>
              </a:spcAft>
              <a:buNone/>
            </a:pPr>
            <a:r>
              <a:rPr lang="en" sz="2800">
                <a:solidFill>
                  <a:schemeClr val="dk2"/>
                </a:solidFill>
                <a:latin typeface="Times"/>
                <a:ea typeface="Times"/>
                <a:cs typeface="Times"/>
                <a:sym typeface="Times"/>
              </a:rPr>
              <a:t>Industry</a:t>
            </a:r>
            <a:r>
              <a:rPr lang="en" sz="2800">
                <a:solidFill>
                  <a:schemeClr val="dk2"/>
                </a:solidFill>
                <a:latin typeface="Times"/>
                <a:ea typeface="Times"/>
                <a:cs typeface="Times"/>
                <a:sym typeface="Times"/>
              </a:rPr>
              <a:t> - Trying to catch the hackers. Also, to make a service for children/adults to catch them and </a:t>
            </a:r>
            <a:r>
              <a:rPr lang="en" sz="2800">
                <a:solidFill>
                  <a:schemeClr val="dk2"/>
                </a:solidFill>
                <a:latin typeface="Times"/>
                <a:ea typeface="Times"/>
                <a:cs typeface="Times"/>
                <a:sym typeface="Times"/>
              </a:rPr>
              <a:t>spread</a:t>
            </a:r>
            <a:r>
              <a:rPr lang="en" sz="2800">
                <a:solidFill>
                  <a:schemeClr val="dk2"/>
                </a:solidFill>
                <a:latin typeface="Times"/>
                <a:ea typeface="Times"/>
                <a:cs typeface="Times"/>
                <a:sym typeface="Times"/>
              </a:rPr>
              <a:t> awareness to not get caught in this trap!</a:t>
            </a:r>
            <a:endParaRPr sz="2800">
              <a:solidFill>
                <a:schemeClr val="dk2"/>
              </a:solidFill>
              <a:latin typeface="Times"/>
              <a:ea typeface="Times"/>
              <a:cs typeface="Times"/>
              <a:sym typeface="Times"/>
            </a:endParaRPr>
          </a:p>
          <a:p>
            <a:pPr indent="457200" lvl="0" marL="0" rtl="0" algn="l">
              <a:spcBef>
                <a:spcPts val="0"/>
              </a:spcBef>
              <a:spcAft>
                <a:spcPts val="0"/>
              </a:spcAft>
              <a:buNone/>
            </a:pPr>
            <a:r>
              <a:rPr lang="en" sz="2800">
                <a:solidFill>
                  <a:schemeClr val="dk2"/>
                </a:solidFill>
                <a:latin typeface="Times"/>
                <a:ea typeface="Times"/>
                <a:cs typeface="Times"/>
                <a:sym typeface="Times"/>
              </a:rPr>
              <a:t>Employees - 75,000 people working with our company</a:t>
            </a:r>
            <a:endParaRPr sz="2800">
              <a:solidFill>
                <a:schemeClr val="dk2"/>
              </a:solidFill>
              <a:latin typeface="Times"/>
              <a:ea typeface="Times"/>
              <a:cs typeface="Times"/>
              <a:sym typeface="Times"/>
            </a:endParaRPr>
          </a:p>
          <a:p>
            <a:pPr indent="0" lvl="0" marL="0" rtl="0" algn="l">
              <a:spcBef>
                <a:spcPts val="0"/>
              </a:spcBef>
              <a:spcAft>
                <a:spcPts val="0"/>
              </a:spcAft>
              <a:buNone/>
            </a:pPr>
            <a:r>
              <a:rPr lang="en" sz="2800">
                <a:solidFill>
                  <a:schemeClr val="dk2"/>
                </a:solidFill>
                <a:latin typeface="Times"/>
                <a:ea typeface="Times"/>
                <a:cs typeface="Times"/>
                <a:sym typeface="Times"/>
              </a:rPr>
              <a:t>Digital Footprint will be wiped in some circumstances of your vulnerabilities so that no one will take your personal information</a:t>
            </a:r>
            <a:endParaRPr sz="2800">
              <a:solidFill>
                <a:schemeClr val="dk2"/>
              </a:solidFill>
              <a:latin typeface="Times"/>
              <a:ea typeface="Times"/>
              <a:cs typeface="Times"/>
              <a:sym typeface="Times"/>
            </a:endParaRPr>
          </a:p>
        </p:txBody>
      </p:sp>
    </p:spTree>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1" name="Google Shape;431;p52"/>
          <p:cNvSpPr txBox="1"/>
          <p:nvPr>
            <p:ph idx="4294967295"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Times New Roman"/>
                <a:ea typeface="Times New Roman"/>
                <a:cs typeface="Times New Roman"/>
                <a:sym typeface="Times New Roman"/>
              </a:rPr>
              <a:t>Network Diagram.md</a:t>
            </a:r>
            <a:endParaRPr i="1">
              <a:latin typeface="Times New Roman"/>
              <a:ea typeface="Times New Roman"/>
              <a:cs typeface="Times New Roman"/>
              <a:sym typeface="Times New Roman"/>
            </a:endParaRPr>
          </a:p>
        </p:txBody>
      </p:sp>
      <p:sp>
        <p:nvSpPr>
          <p:cNvPr id="432" name="Google Shape;432;p52"/>
          <p:cNvSpPr txBox="1"/>
          <p:nvPr/>
        </p:nvSpPr>
        <p:spPr>
          <a:xfrm>
            <a:off x="375925" y="2399963"/>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a:t>
            </a:r>
            <a:endParaRPr sz="1500">
              <a:solidFill>
                <a:schemeClr val="dk1"/>
              </a:solidFill>
              <a:latin typeface="Chakra Petch SemiBold"/>
              <a:ea typeface="Chakra Petch SemiBold"/>
              <a:cs typeface="Chakra Petch SemiBold"/>
              <a:sym typeface="Chakra Petch SemiBold"/>
            </a:endParaRPr>
          </a:p>
        </p:txBody>
      </p:sp>
      <p:sp>
        <p:nvSpPr>
          <p:cNvPr id="433" name="Google Shape;433;p52"/>
          <p:cNvSpPr txBox="1"/>
          <p:nvPr>
            <p:ph idx="1" type="body"/>
          </p:nvPr>
        </p:nvSpPr>
        <p:spPr>
          <a:xfrm>
            <a:off x="478650" y="1526375"/>
            <a:ext cx="8223600" cy="3140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Our company is a networking </a:t>
            </a:r>
            <a:r>
              <a:rPr lang="en"/>
              <a:t>surveillance</a:t>
            </a:r>
            <a:r>
              <a:rPr lang="en"/>
              <a:t> team</a:t>
            </a:r>
            <a:endParaRPr/>
          </a:p>
          <a:p>
            <a:pPr indent="-355600" lvl="0" marL="457200" rtl="0" algn="l">
              <a:spcBef>
                <a:spcPts val="0"/>
              </a:spcBef>
              <a:spcAft>
                <a:spcPts val="0"/>
              </a:spcAft>
              <a:buSzPts val="2000"/>
              <a:buChar char="●"/>
            </a:pPr>
            <a:r>
              <a:rPr lang="en"/>
              <a:t>As project manager I oversee and manage timelines, </a:t>
            </a:r>
            <a:r>
              <a:rPr lang="en"/>
              <a:t>assigning</a:t>
            </a:r>
            <a:r>
              <a:rPr lang="en"/>
              <a:t> tasks to the Ai engineer and BA of our company, </a:t>
            </a:r>
            <a:r>
              <a:rPr i="1" lang="en"/>
              <a:t>Predator Catchers.</a:t>
            </a:r>
            <a:endParaRPr i="1"/>
          </a:p>
          <a:p>
            <a:pPr indent="-355600" lvl="0" marL="457200" rtl="0" algn="l">
              <a:spcBef>
                <a:spcPts val="0"/>
              </a:spcBef>
              <a:spcAft>
                <a:spcPts val="0"/>
              </a:spcAft>
              <a:buSzPts val="2000"/>
              <a:buChar char="●"/>
            </a:pPr>
            <a:r>
              <a:rPr lang="en"/>
              <a:t>Our BA (Business analyst) creates graphs, flow charts and diagrams for the team to setup a clear way to help create a solution to aid the </a:t>
            </a:r>
            <a:r>
              <a:rPr lang="en"/>
              <a:t>phishing</a:t>
            </a:r>
            <a:r>
              <a:rPr lang="en"/>
              <a:t> problem across the internet. </a:t>
            </a:r>
            <a:endParaRPr/>
          </a:p>
          <a:p>
            <a:pPr indent="-355600" lvl="0" marL="457200" rtl="0" algn="l">
              <a:spcBef>
                <a:spcPts val="0"/>
              </a:spcBef>
              <a:spcAft>
                <a:spcPts val="0"/>
              </a:spcAft>
              <a:buSzPts val="2000"/>
              <a:buChar char="●"/>
            </a:pPr>
            <a:r>
              <a:rPr lang="en"/>
              <a:t>The AI engineer of the team helps develop and deploy computer visions. They detect </a:t>
            </a:r>
            <a:r>
              <a:rPr lang="en"/>
              <a:t>anomalies</a:t>
            </a:r>
            <a:r>
              <a:rPr lang="en"/>
              <a:t> in the system and ensure a network can automatically track, and alert security events.</a:t>
            </a:r>
            <a:endParaRPr/>
          </a:p>
          <a:p>
            <a:pPr indent="0" lvl="0" marL="457200" rtl="0" algn="l">
              <a:spcBef>
                <a:spcPts val="0"/>
              </a:spcBef>
              <a:spcAft>
                <a:spcPts val="0"/>
              </a:spcAft>
              <a:buNone/>
            </a:pPr>
            <a:r>
              <a:t/>
            </a:r>
            <a:endParaRPr/>
          </a:p>
        </p:txBody>
      </p:sp>
    </p:spTree>
  </p:cSld>
  <p:clrMapOvr>
    <a:masterClrMapping/>
  </p:clrMapOvr>
  <mc:AlternateContent>
    <mc:Choice Requires="p14">
      <p:transition spd="slow" p14:dur="1300">
        <p14:flip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3"/>
          <p:cNvSpPr txBox="1"/>
          <p:nvPr>
            <p:ph type="title"/>
          </p:nvPr>
        </p:nvSpPr>
        <p:spPr>
          <a:xfrm>
            <a:off x="77450" y="0"/>
            <a:ext cx="9066600" cy="121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accent1"/>
              </a:buClr>
              <a:buSzPts val="1100"/>
              <a:buFont typeface="Arial"/>
              <a:buNone/>
            </a:pPr>
            <a:r>
              <a:rPr lang="en" sz="7400">
                <a:latin typeface="Times"/>
                <a:ea typeface="Times"/>
                <a:cs typeface="Times"/>
                <a:sym typeface="Times"/>
              </a:rPr>
              <a:t>Flow + Time</a:t>
            </a:r>
            <a:endParaRPr sz="7400">
              <a:latin typeface="Times"/>
              <a:ea typeface="Times"/>
              <a:cs typeface="Times"/>
              <a:sym typeface="Times"/>
            </a:endParaRPr>
          </a:p>
        </p:txBody>
      </p:sp>
      <p:pic>
        <p:nvPicPr>
          <p:cNvPr id="439" name="Google Shape;439;p53" title="Screenshot_3-6-2026_91125_lucid.app (1).jpeg"/>
          <p:cNvPicPr preferRelativeResize="0"/>
          <p:nvPr/>
        </p:nvPicPr>
        <p:blipFill>
          <a:blip r:embed="rId3">
            <a:alphaModFix/>
          </a:blip>
          <a:stretch>
            <a:fillRect/>
          </a:stretch>
        </p:blipFill>
        <p:spPr>
          <a:xfrm>
            <a:off x="77450" y="3731650"/>
            <a:ext cx="8839199" cy="1213500"/>
          </a:xfrm>
          <a:prstGeom prst="rect">
            <a:avLst/>
          </a:prstGeom>
          <a:noFill/>
          <a:ln>
            <a:noFill/>
          </a:ln>
        </p:spPr>
      </p:pic>
      <p:sp>
        <p:nvSpPr>
          <p:cNvPr id="440" name="Google Shape;440;p53"/>
          <p:cNvSpPr txBox="1"/>
          <p:nvPr/>
        </p:nvSpPr>
        <p:spPr>
          <a:xfrm>
            <a:off x="918475" y="1689550"/>
            <a:ext cx="65313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chemeClr val="lt1"/>
              </a:solidFill>
              <a:latin typeface="DM Sans"/>
              <a:ea typeface="DM Sans"/>
              <a:cs typeface="DM Sans"/>
              <a:sym typeface="DM Sans"/>
            </a:endParaRPr>
          </a:p>
        </p:txBody>
      </p:sp>
      <p:pic>
        <p:nvPicPr>
          <p:cNvPr id="441" name="Google Shape;441;p53"/>
          <p:cNvPicPr preferRelativeResize="0"/>
          <p:nvPr/>
        </p:nvPicPr>
        <p:blipFill>
          <a:blip r:embed="rId4">
            <a:alphaModFix/>
          </a:blip>
          <a:stretch>
            <a:fillRect/>
          </a:stretch>
        </p:blipFill>
        <p:spPr>
          <a:xfrm>
            <a:off x="77450" y="1043525"/>
            <a:ext cx="8839201" cy="2674300"/>
          </a:xfrm>
          <a:prstGeom prst="rect">
            <a:avLst/>
          </a:prstGeom>
          <a:noFill/>
          <a:ln>
            <a:noFill/>
          </a:ln>
        </p:spPr>
      </p:pic>
    </p:spTree>
  </p:cSld>
  <p:clrMapOvr>
    <a:masterClrMapping/>
  </p:clrMapOvr>
  <p:transition spd="med">
    <p:push dir="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4"/>
          <p:cNvSpPr txBox="1"/>
          <p:nvPr>
            <p:ph type="title"/>
          </p:nvPr>
        </p:nvSpPr>
        <p:spPr>
          <a:xfrm>
            <a:off x="3168000" y="6339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latin typeface="Comfortaa"/>
                <a:ea typeface="Comfortaa"/>
                <a:cs typeface="Comfortaa"/>
                <a:sym typeface="Comfortaa"/>
              </a:rPr>
              <a:t>Deliverables</a:t>
            </a:r>
            <a:endParaRPr sz="2900">
              <a:latin typeface="Comfortaa"/>
              <a:ea typeface="Comfortaa"/>
              <a:cs typeface="Comfortaa"/>
              <a:sym typeface="Comfortaa"/>
            </a:endParaRPr>
          </a:p>
        </p:txBody>
      </p:sp>
      <p:sp>
        <p:nvSpPr>
          <p:cNvPr id="447" name="Google Shape;447;p54"/>
          <p:cNvSpPr txBox="1"/>
          <p:nvPr>
            <p:ph idx="1" type="body"/>
          </p:nvPr>
        </p:nvSpPr>
        <p:spPr>
          <a:xfrm>
            <a:off x="79375" y="1389600"/>
            <a:ext cx="3481200" cy="367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Times New Roman"/>
                <a:ea typeface="Times New Roman"/>
                <a:cs typeface="Times New Roman"/>
                <a:sym typeface="Times New Roman"/>
              </a:rPr>
              <a:t>   </a:t>
            </a:r>
            <a:r>
              <a:rPr lang="en" sz="3200">
                <a:solidFill>
                  <a:srgbClr val="CC0000"/>
                </a:solidFill>
                <a:latin typeface="Times New Roman"/>
                <a:ea typeface="Times New Roman"/>
                <a:cs typeface="Times New Roman"/>
                <a:sym typeface="Times New Roman"/>
              </a:rPr>
              <a:t>S. C. A. M</a:t>
            </a:r>
            <a:endParaRPr sz="3200">
              <a:solidFill>
                <a:srgbClr val="CC0000"/>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latin typeface="Times New Roman"/>
              <a:ea typeface="Times New Roman"/>
              <a:cs typeface="Times New Roman"/>
              <a:sym typeface="Times New Roman"/>
            </a:endParaRPr>
          </a:p>
          <a:p>
            <a:pPr indent="0" lvl="0" marL="0" rtl="0" algn="l">
              <a:spcBef>
                <a:spcPts val="0"/>
              </a:spcBef>
              <a:spcAft>
                <a:spcPts val="0"/>
              </a:spcAft>
              <a:buNone/>
            </a:pPr>
            <a:r>
              <a:rPr lang="en" sz="2800">
                <a:latin typeface="Times New Roman"/>
                <a:ea typeface="Times New Roman"/>
                <a:cs typeface="Times New Roman"/>
                <a:sym typeface="Times New Roman"/>
              </a:rPr>
              <a:t>S- </a:t>
            </a:r>
            <a:r>
              <a:rPr lang="en" sz="2800">
                <a:latin typeface="Times New Roman"/>
                <a:ea typeface="Times New Roman"/>
                <a:cs typeface="Times New Roman"/>
                <a:sym typeface="Times New Roman"/>
              </a:rPr>
              <a:t> </a:t>
            </a:r>
            <a:r>
              <a:rPr lang="en" sz="2800">
                <a:latin typeface="Times New Roman"/>
                <a:ea typeface="Times New Roman"/>
                <a:cs typeface="Times New Roman"/>
                <a:sym typeface="Times New Roman"/>
              </a:rPr>
              <a:t>Surveillance</a:t>
            </a:r>
            <a:r>
              <a:rPr lang="en" sz="2800">
                <a:latin typeface="Times New Roman"/>
                <a:ea typeface="Times New Roman"/>
                <a:cs typeface="Times New Roman"/>
                <a:sym typeface="Times New Roman"/>
              </a:rPr>
              <a:t> </a:t>
            </a:r>
            <a:endParaRPr sz="2800">
              <a:latin typeface="Times New Roman"/>
              <a:ea typeface="Times New Roman"/>
              <a:cs typeface="Times New Roman"/>
              <a:sym typeface="Times New Roman"/>
            </a:endParaRPr>
          </a:p>
          <a:p>
            <a:pPr indent="0" lvl="0" marL="0" rtl="0" algn="l">
              <a:spcBef>
                <a:spcPts val="0"/>
              </a:spcBef>
              <a:spcAft>
                <a:spcPts val="0"/>
              </a:spcAft>
              <a:buNone/>
            </a:pPr>
            <a:r>
              <a:t/>
            </a:r>
            <a:endParaRPr sz="2800">
              <a:latin typeface="Times New Roman"/>
              <a:ea typeface="Times New Roman"/>
              <a:cs typeface="Times New Roman"/>
              <a:sym typeface="Times New Roman"/>
            </a:endParaRPr>
          </a:p>
          <a:p>
            <a:pPr indent="0" lvl="0" marL="0" rtl="0" algn="l">
              <a:spcBef>
                <a:spcPts val="0"/>
              </a:spcBef>
              <a:spcAft>
                <a:spcPts val="0"/>
              </a:spcAft>
              <a:buNone/>
            </a:pPr>
            <a:r>
              <a:rPr lang="en" sz="2800">
                <a:latin typeface="Times New Roman"/>
                <a:ea typeface="Times New Roman"/>
                <a:cs typeface="Times New Roman"/>
                <a:sym typeface="Times New Roman"/>
              </a:rPr>
              <a:t>C- Capture (Hackers)</a:t>
            </a:r>
            <a:endParaRPr sz="2800">
              <a:latin typeface="Times New Roman"/>
              <a:ea typeface="Times New Roman"/>
              <a:cs typeface="Times New Roman"/>
              <a:sym typeface="Times New Roman"/>
            </a:endParaRPr>
          </a:p>
          <a:p>
            <a:pPr indent="0" lvl="0" marL="0" rtl="0" algn="l">
              <a:spcBef>
                <a:spcPts val="0"/>
              </a:spcBef>
              <a:spcAft>
                <a:spcPts val="0"/>
              </a:spcAft>
              <a:buNone/>
            </a:pPr>
            <a:r>
              <a:t/>
            </a:r>
            <a:endParaRPr sz="2800">
              <a:latin typeface="Times New Roman"/>
              <a:ea typeface="Times New Roman"/>
              <a:cs typeface="Times New Roman"/>
              <a:sym typeface="Times New Roman"/>
            </a:endParaRPr>
          </a:p>
          <a:p>
            <a:pPr indent="0" lvl="0" marL="0" rtl="0" algn="l">
              <a:spcBef>
                <a:spcPts val="0"/>
              </a:spcBef>
              <a:spcAft>
                <a:spcPts val="0"/>
              </a:spcAft>
              <a:buNone/>
            </a:pPr>
            <a:r>
              <a:rPr lang="en" sz="2800">
                <a:latin typeface="Times New Roman"/>
                <a:ea typeface="Times New Roman"/>
                <a:cs typeface="Times New Roman"/>
                <a:sym typeface="Times New Roman"/>
              </a:rPr>
              <a:t>A- </a:t>
            </a:r>
            <a:r>
              <a:rPr lang="en" sz="2800">
                <a:latin typeface="Times New Roman"/>
                <a:ea typeface="Times New Roman"/>
                <a:cs typeface="Times New Roman"/>
                <a:sym typeface="Times New Roman"/>
              </a:rPr>
              <a:t>Access</a:t>
            </a:r>
            <a:endParaRPr sz="2800">
              <a:latin typeface="Times New Roman"/>
              <a:ea typeface="Times New Roman"/>
              <a:cs typeface="Times New Roman"/>
              <a:sym typeface="Times New Roman"/>
            </a:endParaRPr>
          </a:p>
          <a:p>
            <a:pPr indent="0" lvl="0" marL="0" rtl="0" algn="l">
              <a:spcBef>
                <a:spcPts val="0"/>
              </a:spcBef>
              <a:spcAft>
                <a:spcPts val="0"/>
              </a:spcAft>
              <a:buNone/>
            </a:pPr>
            <a:r>
              <a:t/>
            </a:r>
            <a:endParaRPr sz="2800">
              <a:latin typeface="Times New Roman"/>
              <a:ea typeface="Times New Roman"/>
              <a:cs typeface="Times New Roman"/>
              <a:sym typeface="Times New Roman"/>
            </a:endParaRPr>
          </a:p>
          <a:p>
            <a:pPr indent="0" lvl="0" marL="0" rtl="0" algn="l">
              <a:spcBef>
                <a:spcPts val="0"/>
              </a:spcBef>
              <a:spcAft>
                <a:spcPts val="0"/>
              </a:spcAft>
              <a:buNone/>
            </a:pPr>
            <a:r>
              <a:rPr lang="en" sz="2800">
                <a:latin typeface="Times New Roman"/>
                <a:ea typeface="Times New Roman"/>
                <a:cs typeface="Times New Roman"/>
                <a:sym typeface="Times New Roman"/>
              </a:rPr>
              <a:t>M- Monitor </a:t>
            </a:r>
            <a:r>
              <a:rPr lang="en" sz="1900">
                <a:latin typeface="Times New Roman"/>
                <a:ea typeface="Times New Roman"/>
                <a:cs typeface="Times New Roman"/>
                <a:sym typeface="Times New Roman"/>
              </a:rPr>
              <a:t>                                                   </a:t>
            </a:r>
            <a:endParaRPr sz="2300">
              <a:latin typeface="Times New Roman"/>
              <a:ea typeface="Times New Roman"/>
              <a:cs typeface="Times New Roman"/>
              <a:sym typeface="Times New Roman"/>
            </a:endParaRPr>
          </a:p>
        </p:txBody>
      </p:sp>
      <p:cxnSp>
        <p:nvCxnSpPr>
          <p:cNvPr id="448" name="Google Shape;448;p54"/>
          <p:cNvCxnSpPr/>
          <p:nvPr/>
        </p:nvCxnSpPr>
        <p:spPr>
          <a:xfrm flipH="1" rot="10800000">
            <a:off x="34025" y="1451300"/>
            <a:ext cx="9048900" cy="228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54"/>
          <p:cNvCxnSpPr/>
          <p:nvPr/>
        </p:nvCxnSpPr>
        <p:spPr>
          <a:xfrm>
            <a:off x="3662600" y="1576150"/>
            <a:ext cx="22800" cy="3639900"/>
          </a:xfrm>
          <a:prstGeom prst="straightConnector1">
            <a:avLst/>
          </a:prstGeom>
          <a:noFill/>
          <a:ln cap="flat" cmpd="sng" w="9525">
            <a:solidFill>
              <a:schemeClr val="dk2"/>
            </a:solidFill>
            <a:prstDash val="solid"/>
            <a:round/>
            <a:headEnd len="med" w="med" type="none"/>
            <a:tailEnd len="med" w="med" type="triangle"/>
          </a:ln>
        </p:spPr>
      </p:cxnSp>
      <p:sp>
        <p:nvSpPr>
          <p:cNvPr id="450" name="Google Shape;450;p54"/>
          <p:cNvSpPr txBox="1"/>
          <p:nvPr/>
        </p:nvSpPr>
        <p:spPr>
          <a:xfrm>
            <a:off x="3435800" y="1587500"/>
            <a:ext cx="5578800" cy="34812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DM Sans"/>
              <a:buChar char="●"/>
            </a:pPr>
            <a:r>
              <a:rPr lang="en" sz="1700">
                <a:solidFill>
                  <a:schemeClr val="lt1"/>
                </a:solidFill>
                <a:latin typeface="DM Sans"/>
                <a:ea typeface="DM Sans"/>
                <a:cs typeface="DM Sans"/>
                <a:sym typeface="DM Sans"/>
              </a:rPr>
              <a:t>The acceptance </a:t>
            </a:r>
            <a:r>
              <a:rPr lang="en" sz="1700">
                <a:solidFill>
                  <a:schemeClr val="lt1"/>
                </a:solidFill>
                <a:latin typeface="DM Sans"/>
                <a:ea typeface="DM Sans"/>
                <a:cs typeface="DM Sans"/>
                <a:sym typeface="DM Sans"/>
              </a:rPr>
              <a:t>criteria</a:t>
            </a:r>
            <a:r>
              <a:rPr lang="en" sz="1700">
                <a:solidFill>
                  <a:schemeClr val="lt1"/>
                </a:solidFill>
                <a:latin typeface="DM Sans"/>
                <a:ea typeface="DM Sans"/>
                <a:cs typeface="DM Sans"/>
                <a:sym typeface="DM Sans"/>
              </a:rPr>
              <a:t> to join </a:t>
            </a:r>
            <a:r>
              <a:rPr i="1" lang="en" sz="1700">
                <a:solidFill>
                  <a:schemeClr val="lt1"/>
                </a:solidFill>
                <a:latin typeface="DM Sans"/>
                <a:ea typeface="DM Sans"/>
                <a:cs typeface="DM Sans"/>
                <a:sym typeface="DM Sans"/>
              </a:rPr>
              <a:t>Phishing: Predator Catchers </a:t>
            </a:r>
            <a:r>
              <a:rPr lang="en" sz="1700">
                <a:solidFill>
                  <a:schemeClr val="lt1"/>
                </a:solidFill>
                <a:latin typeface="DM Sans"/>
                <a:ea typeface="DM Sans"/>
                <a:cs typeface="DM Sans"/>
                <a:sym typeface="DM Sans"/>
              </a:rPr>
              <a:t>is highly selective</a:t>
            </a:r>
            <a:endParaRPr sz="1700">
              <a:solidFill>
                <a:schemeClr val="lt1"/>
              </a:solidFill>
              <a:latin typeface="DM Sans"/>
              <a:ea typeface="DM Sans"/>
              <a:cs typeface="DM Sans"/>
              <a:sym typeface="DM Sans"/>
            </a:endParaRPr>
          </a:p>
          <a:p>
            <a:pPr indent="-336550" lvl="0" marL="457200" rtl="0" algn="l">
              <a:spcBef>
                <a:spcPts val="0"/>
              </a:spcBef>
              <a:spcAft>
                <a:spcPts val="0"/>
              </a:spcAft>
              <a:buClr>
                <a:schemeClr val="lt1"/>
              </a:buClr>
              <a:buSzPts val="1700"/>
              <a:buFont typeface="DM Sans"/>
              <a:buChar char="●"/>
            </a:pPr>
            <a:r>
              <a:rPr lang="en" sz="1700">
                <a:solidFill>
                  <a:schemeClr val="lt1"/>
                </a:solidFill>
                <a:latin typeface="DM Sans"/>
                <a:ea typeface="DM Sans"/>
                <a:cs typeface="DM Sans"/>
                <a:sym typeface="DM Sans"/>
              </a:rPr>
              <a:t>Consequently to be a </a:t>
            </a:r>
            <a:r>
              <a:rPr lang="en" sz="1700">
                <a:solidFill>
                  <a:srgbClr val="0000FF"/>
                </a:solidFill>
                <a:latin typeface="DM Sans"/>
                <a:ea typeface="DM Sans"/>
                <a:cs typeface="DM Sans"/>
                <a:sym typeface="DM Sans"/>
              </a:rPr>
              <a:t>BA (Business Analyst)</a:t>
            </a:r>
            <a:r>
              <a:rPr lang="en" sz="1700">
                <a:solidFill>
                  <a:schemeClr val="lt1"/>
                </a:solidFill>
                <a:latin typeface="DM Sans"/>
                <a:ea typeface="DM Sans"/>
                <a:cs typeface="DM Sans"/>
                <a:sym typeface="DM Sans"/>
              </a:rPr>
              <a:t> of our team, you are required to translate raw information on the </a:t>
            </a:r>
            <a:r>
              <a:rPr lang="en" sz="1700">
                <a:solidFill>
                  <a:schemeClr val="lt1"/>
                </a:solidFill>
                <a:latin typeface="DM Sans"/>
                <a:ea typeface="DM Sans"/>
                <a:cs typeface="DM Sans"/>
                <a:sym typeface="DM Sans"/>
              </a:rPr>
              <a:t>Phishing</a:t>
            </a:r>
            <a:r>
              <a:rPr lang="en" sz="1700">
                <a:solidFill>
                  <a:schemeClr val="lt1"/>
                </a:solidFill>
                <a:latin typeface="DM Sans"/>
                <a:ea typeface="DM Sans"/>
                <a:cs typeface="DM Sans"/>
                <a:sym typeface="DM Sans"/>
              </a:rPr>
              <a:t> </a:t>
            </a:r>
            <a:r>
              <a:rPr lang="en" sz="1700">
                <a:solidFill>
                  <a:schemeClr val="lt1"/>
                </a:solidFill>
                <a:latin typeface="DM Sans"/>
                <a:ea typeface="DM Sans"/>
                <a:cs typeface="DM Sans"/>
                <a:sym typeface="DM Sans"/>
              </a:rPr>
              <a:t>attacks</a:t>
            </a:r>
            <a:r>
              <a:rPr lang="en" sz="1700">
                <a:solidFill>
                  <a:schemeClr val="lt1"/>
                </a:solidFill>
                <a:latin typeface="DM Sans"/>
                <a:ea typeface="DM Sans"/>
                <a:cs typeface="DM Sans"/>
                <a:sym typeface="DM Sans"/>
              </a:rPr>
              <a:t> into clear cut,  precise flow charts and documents.</a:t>
            </a:r>
            <a:endParaRPr sz="1700">
              <a:solidFill>
                <a:schemeClr val="lt1"/>
              </a:solidFill>
              <a:latin typeface="DM Sans"/>
              <a:ea typeface="DM Sans"/>
              <a:cs typeface="DM Sans"/>
              <a:sym typeface="DM Sans"/>
            </a:endParaRPr>
          </a:p>
          <a:p>
            <a:pPr indent="-336550" lvl="0" marL="457200" rtl="0" algn="l">
              <a:spcBef>
                <a:spcPts val="0"/>
              </a:spcBef>
              <a:spcAft>
                <a:spcPts val="0"/>
              </a:spcAft>
              <a:buClr>
                <a:schemeClr val="lt1"/>
              </a:buClr>
              <a:buSzPts val="1700"/>
              <a:buFont typeface="DM Sans"/>
              <a:buChar char="●"/>
            </a:pPr>
            <a:r>
              <a:rPr lang="en" sz="1700">
                <a:solidFill>
                  <a:schemeClr val="lt1"/>
                </a:solidFill>
                <a:latin typeface="DM Sans"/>
                <a:ea typeface="DM Sans"/>
                <a:cs typeface="DM Sans"/>
                <a:sym typeface="DM Sans"/>
              </a:rPr>
              <a:t>To become and </a:t>
            </a:r>
            <a:r>
              <a:rPr b="1" lang="en" sz="1700">
                <a:solidFill>
                  <a:srgbClr val="DD7E6B"/>
                </a:solidFill>
                <a:latin typeface="DM Sans"/>
                <a:ea typeface="DM Sans"/>
                <a:cs typeface="DM Sans"/>
                <a:sym typeface="DM Sans"/>
              </a:rPr>
              <a:t>AI engineer</a:t>
            </a:r>
            <a:r>
              <a:rPr lang="en" sz="1700">
                <a:solidFill>
                  <a:schemeClr val="lt1"/>
                </a:solidFill>
                <a:latin typeface="DM Sans"/>
                <a:ea typeface="DM Sans"/>
                <a:cs typeface="DM Sans"/>
                <a:sym typeface="DM Sans"/>
              </a:rPr>
              <a:t> you must build and deploy </a:t>
            </a:r>
            <a:r>
              <a:rPr lang="en" sz="1700">
                <a:solidFill>
                  <a:schemeClr val="lt1"/>
                </a:solidFill>
                <a:latin typeface="DM Sans"/>
                <a:ea typeface="DM Sans"/>
                <a:cs typeface="DM Sans"/>
                <a:sym typeface="DM Sans"/>
              </a:rPr>
              <a:t>phishing</a:t>
            </a:r>
            <a:r>
              <a:rPr lang="en" sz="1700">
                <a:solidFill>
                  <a:schemeClr val="lt1"/>
                </a:solidFill>
                <a:latin typeface="DM Sans"/>
                <a:ea typeface="DM Sans"/>
                <a:cs typeface="DM Sans"/>
                <a:sym typeface="DM Sans"/>
              </a:rPr>
              <a:t>/</a:t>
            </a:r>
            <a:r>
              <a:rPr lang="en" sz="1700">
                <a:solidFill>
                  <a:schemeClr val="lt1"/>
                </a:solidFill>
                <a:latin typeface="DM Sans"/>
                <a:ea typeface="DM Sans"/>
                <a:cs typeface="DM Sans"/>
                <a:sym typeface="DM Sans"/>
              </a:rPr>
              <a:t>surveillance</a:t>
            </a:r>
            <a:r>
              <a:rPr lang="en" sz="1700">
                <a:solidFill>
                  <a:schemeClr val="lt1"/>
                </a:solidFill>
                <a:latin typeface="DM Sans"/>
                <a:ea typeface="DM Sans"/>
                <a:cs typeface="DM Sans"/>
                <a:sym typeface="DM Sans"/>
              </a:rPr>
              <a:t> anomalies at greater than or equal to 98% accuracy; with false positive rates less than or equal to 1%. They must also integrate </a:t>
            </a:r>
            <a:r>
              <a:rPr lang="en" sz="1700">
                <a:solidFill>
                  <a:schemeClr val="lt1"/>
                </a:solidFill>
                <a:latin typeface="DM Sans"/>
                <a:ea typeface="DM Sans"/>
                <a:cs typeface="DM Sans"/>
                <a:sym typeface="DM Sans"/>
              </a:rPr>
              <a:t>continuous</a:t>
            </a:r>
            <a:r>
              <a:rPr lang="en" sz="1700">
                <a:solidFill>
                  <a:schemeClr val="lt1"/>
                </a:solidFill>
                <a:latin typeface="DM Sans"/>
                <a:ea typeface="DM Sans"/>
                <a:cs typeface="DM Sans"/>
                <a:sym typeface="DM Sans"/>
              </a:rPr>
              <a:t> data drift </a:t>
            </a:r>
            <a:r>
              <a:rPr lang="en" sz="1700">
                <a:solidFill>
                  <a:schemeClr val="lt1"/>
                </a:solidFill>
                <a:latin typeface="DM Sans"/>
                <a:ea typeface="DM Sans"/>
                <a:cs typeface="DM Sans"/>
                <a:sym typeface="DM Sans"/>
              </a:rPr>
              <a:t>detection and self correction workflows matching the timeline.</a:t>
            </a:r>
            <a:endParaRPr sz="1700">
              <a:solidFill>
                <a:schemeClr val="lt1"/>
              </a:solidFill>
              <a:latin typeface="DM Sans"/>
              <a:ea typeface="DM Sans"/>
              <a:cs typeface="DM Sans"/>
              <a:sym typeface="DM Sans"/>
            </a:endParaRPr>
          </a:p>
          <a:p>
            <a:pPr indent="0" lvl="0" marL="457200" rtl="0" algn="l">
              <a:spcBef>
                <a:spcPts val="0"/>
              </a:spcBef>
              <a:spcAft>
                <a:spcPts val="0"/>
              </a:spcAft>
              <a:buNone/>
            </a:pPr>
            <a:r>
              <a:t/>
            </a:r>
            <a:endParaRPr sz="1600">
              <a:solidFill>
                <a:schemeClr val="lt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5"/>
          <p:cNvSpPr txBox="1"/>
          <p:nvPr>
            <p:ph type="title"/>
          </p:nvPr>
        </p:nvSpPr>
        <p:spPr>
          <a:xfrm>
            <a:off x="77450" y="0"/>
            <a:ext cx="9066600" cy="121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accent1"/>
              </a:buClr>
              <a:buSzPts val="1100"/>
              <a:buFont typeface="Arial"/>
              <a:buNone/>
            </a:pPr>
            <a:r>
              <a:rPr lang="en" sz="7400">
                <a:latin typeface="Times"/>
                <a:ea typeface="Times"/>
                <a:cs typeface="Times"/>
                <a:sym typeface="Times"/>
              </a:rPr>
              <a:t>Risk Log + Graphs</a:t>
            </a:r>
            <a:endParaRPr sz="7400">
              <a:latin typeface="Times"/>
              <a:ea typeface="Times"/>
              <a:cs typeface="Times"/>
              <a:sym typeface="Times"/>
            </a:endParaRPr>
          </a:p>
        </p:txBody>
      </p:sp>
      <p:pic>
        <p:nvPicPr>
          <p:cNvPr id="456" name="Google Shape;456;p55"/>
          <p:cNvPicPr preferRelativeResize="0"/>
          <p:nvPr/>
        </p:nvPicPr>
        <p:blipFill>
          <a:blip r:embed="rId3">
            <a:alphaModFix/>
          </a:blip>
          <a:stretch>
            <a:fillRect/>
          </a:stretch>
        </p:blipFill>
        <p:spPr>
          <a:xfrm>
            <a:off x="158700" y="1144000"/>
            <a:ext cx="4357324" cy="3551650"/>
          </a:xfrm>
          <a:prstGeom prst="rect">
            <a:avLst/>
          </a:prstGeom>
          <a:noFill/>
          <a:ln>
            <a:noFill/>
          </a:ln>
        </p:spPr>
      </p:pic>
      <p:pic>
        <p:nvPicPr>
          <p:cNvPr id="457" name="Google Shape;457;p55"/>
          <p:cNvPicPr preferRelativeResize="0"/>
          <p:nvPr/>
        </p:nvPicPr>
        <p:blipFill>
          <a:blip r:embed="rId4">
            <a:alphaModFix/>
          </a:blip>
          <a:stretch>
            <a:fillRect/>
          </a:stretch>
        </p:blipFill>
        <p:spPr>
          <a:xfrm>
            <a:off x="4516025" y="1140606"/>
            <a:ext cx="4357324" cy="3551649"/>
          </a:xfrm>
          <a:prstGeom prst="rect">
            <a:avLst/>
          </a:prstGeom>
          <a:noFill/>
          <a:ln>
            <a:noFill/>
          </a:ln>
        </p:spPr>
      </p:pic>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6"/>
          <p:cNvSpPr txBox="1"/>
          <p:nvPr>
            <p:ph idx="1" type="subTitle"/>
          </p:nvPr>
        </p:nvSpPr>
        <p:spPr>
          <a:xfrm>
            <a:off x="311700" y="1878550"/>
            <a:ext cx="8520600" cy="309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For our team we strive to meet client expectations almost all of the time. Our BA (Business Analyst) helps to bring our team together by translating data into charts that can help us comprehend. Lastly, As project manager I ensure that our team meets </a:t>
            </a:r>
            <a:r>
              <a:rPr lang="en">
                <a:latin typeface="Lora"/>
                <a:ea typeface="Lora"/>
                <a:cs typeface="Lora"/>
                <a:sym typeface="Lora"/>
              </a:rPr>
              <a:t>the</a:t>
            </a:r>
            <a:r>
              <a:rPr lang="en">
                <a:latin typeface="Lora"/>
                <a:ea typeface="Lora"/>
                <a:cs typeface="Lora"/>
                <a:sym typeface="Lora"/>
              </a:rPr>
              <a:t> required standards.</a:t>
            </a:r>
            <a:endParaRPr>
              <a:latin typeface="Lora"/>
              <a:ea typeface="Lora"/>
              <a:cs typeface="Lora"/>
              <a:sym typeface="Lora"/>
            </a:endParaRPr>
          </a:p>
        </p:txBody>
      </p:sp>
      <p:cxnSp>
        <p:nvCxnSpPr>
          <p:cNvPr id="463" name="Google Shape;463;p56"/>
          <p:cNvCxnSpPr/>
          <p:nvPr/>
        </p:nvCxnSpPr>
        <p:spPr>
          <a:xfrm>
            <a:off x="449800" y="1878550"/>
            <a:ext cx="8255100" cy="0"/>
          </a:xfrm>
          <a:prstGeom prst="straightConnector1">
            <a:avLst/>
          </a:prstGeom>
          <a:noFill/>
          <a:ln cap="flat" cmpd="sng" w="9525">
            <a:solidFill>
              <a:schemeClr val="dk2"/>
            </a:solidFill>
            <a:prstDash val="solid"/>
            <a:round/>
            <a:headEnd len="med" w="med" type="none"/>
            <a:tailEnd len="med" w="med" type="none"/>
          </a:ln>
        </p:spPr>
      </p:cxnSp>
      <p:sp>
        <p:nvSpPr>
          <p:cNvPr id="464" name="Google Shape;464;p56"/>
          <p:cNvSpPr txBox="1"/>
          <p:nvPr>
            <p:ph type="ctrTitle"/>
          </p:nvPr>
        </p:nvSpPr>
        <p:spPr>
          <a:xfrm>
            <a:off x="311700" y="744575"/>
            <a:ext cx="8520600" cy="935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Milestones</a:t>
            </a:r>
            <a:r>
              <a:rPr lang="en"/>
              <a:t> &amp; Goals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7"/>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Medium"/>
                <a:ea typeface="Lora Medium"/>
                <a:cs typeface="Lora Medium"/>
                <a:sym typeface="Lora Medium"/>
              </a:rPr>
              <a:t>Role</a:t>
            </a:r>
            <a:r>
              <a:rPr lang="en">
                <a:latin typeface="Lora Medium"/>
                <a:ea typeface="Lora Medium"/>
                <a:cs typeface="Lora Medium"/>
                <a:sym typeface="Lora Medium"/>
              </a:rPr>
              <a:t> Based </a:t>
            </a:r>
            <a:r>
              <a:rPr lang="en">
                <a:latin typeface="Lora Medium"/>
                <a:ea typeface="Lora Medium"/>
                <a:cs typeface="Lora Medium"/>
                <a:sym typeface="Lora Medium"/>
              </a:rPr>
              <a:t>Access</a:t>
            </a:r>
            <a:r>
              <a:rPr lang="en">
                <a:latin typeface="Lora Medium"/>
                <a:ea typeface="Lora Medium"/>
                <a:cs typeface="Lora Medium"/>
                <a:sym typeface="Lora Medium"/>
              </a:rPr>
              <a:t> Controls</a:t>
            </a:r>
            <a:endParaRPr>
              <a:latin typeface="Lora Medium"/>
              <a:ea typeface="Lora Medium"/>
              <a:cs typeface="Lora Medium"/>
              <a:sym typeface="Lora Medium"/>
            </a:endParaRPr>
          </a:p>
        </p:txBody>
      </p:sp>
      <p:sp>
        <p:nvSpPr>
          <p:cNvPr id="470" name="Google Shape;470;p57"/>
          <p:cNvSpPr txBox="1"/>
          <p:nvPr>
            <p:ph idx="4" type="body"/>
          </p:nvPr>
        </p:nvSpPr>
        <p:spPr>
          <a:xfrm>
            <a:off x="3254375" y="2307175"/>
            <a:ext cx="5486700" cy="614100"/>
          </a:xfrm>
          <a:prstGeom prst="rect">
            <a:avLst/>
          </a:prstGeom>
        </p:spPr>
        <p:txBody>
          <a:bodyPr anchorCtr="0" anchor="ctr" bIns="91425" lIns="91425" spcFirstLastPara="1" rIns="91425" wrap="square" tIns="91425">
            <a:normAutofit fontScale="70000"/>
          </a:bodyPr>
          <a:lstStyle/>
          <a:p>
            <a:pPr indent="0" lvl="0" marL="0" rtl="0" algn="r">
              <a:spcBef>
                <a:spcPts val="0"/>
              </a:spcBef>
              <a:spcAft>
                <a:spcPts val="0"/>
              </a:spcAft>
              <a:buNone/>
            </a:pPr>
            <a:r>
              <a:rPr lang="en" sz="1743"/>
              <a:t>They are the problem identifier of the team who connects technical team with stakeholders; they define the what and why -gathering </a:t>
            </a:r>
            <a:r>
              <a:rPr lang="en" sz="1743"/>
              <a:t>requirements</a:t>
            </a:r>
            <a:r>
              <a:rPr lang="en" sz="1743"/>
              <a:t>.</a:t>
            </a:r>
            <a:endParaRPr sz="1743"/>
          </a:p>
        </p:txBody>
      </p:sp>
      <p:sp>
        <p:nvSpPr>
          <p:cNvPr id="471" name="Google Shape;471;p57"/>
          <p:cNvSpPr txBox="1"/>
          <p:nvPr>
            <p:ph idx="8" type="body"/>
          </p:nvPr>
        </p:nvSpPr>
        <p:spPr>
          <a:xfrm>
            <a:off x="396350" y="2307163"/>
            <a:ext cx="42342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BA (Business Analyst)</a:t>
            </a:r>
            <a:endParaRPr/>
          </a:p>
        </p:txBody>
      </p:sp>
      <p:sp>
        <p:nvSpPr>
          <p:cNvPr id="472" name="Google Shape;472;p57"/>
          <p:cNvSpPr txBox="1"/>
          <p:nvPr>
            <p:ph idx="9" type="body"/>
          </p:nvPr>
        </p:nvSpPr>
        <p:spPr>
          <a:xfrm>
            <a:off x="396350" y="2921225"/>
            <a:ext cx="42342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 Manager</a:t>
            </a:r>
            <a:endParaRPr/>
          </a:p>
        </p:txBody>
      </p:sp>
      <p:sp>
        <p:nvSpPr>
          <p:cNvPr id="473" name="Google Shape;473;p57"/>
          <p:cNvSpPr txBox="1"/>
          <p:nvPr/>
        </p:nvSpPr>
        <p:spPr>
          <a:xfrm>
            <a:off x="4671775" y="2948225"/>
            <a:ext cx="4014000" cy="5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500">
              <a:solidFill>
                <a:schemeClr val="lt1"/>
              </a:solidFill>
              <a:latin typeface="DM Sans"/>
              <a:ea typeface="DM Sans"/>
              <a:cs typeface="DM Sans"/>
              <a:sym typeface="DM Sans"/>
            </a:endParaRPr>
          </a:p>
        </p:txBody>
      </p:sp>
      <p:sp>
        <p:nvSpPr>
          <p:cNvPr id="474" name="Google Shape;474;p57"/>
          <p:cNvSpPr txBox="1"/>
          <p:nvPr/>
        </p:nvSpPr>
        <p:spPr>
          <a:xfrm>
            <a:off x="449800" y="1785950"/>
            <a:ext cx="4110600" cy="5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500">
              <a:solidFill>
                <a:schemeClr val="lt1"/>
              </a:solidFill>
              <a:latin typeface="DM Sans"/>
              <a:ea typeface="DM Sans"/>
              <a:cs typeface="DM Sans"/>
              <a:sym typeface="DM Sans"/>
            </a:endParaRPr>
          </a:p>
        </p:txBody>
      </p:sp>
      <p:sp>
        <p:nvSpPr>
          <p:cNvPr id="475" name="Google Shape;475;p57"/>
          <p:cNvSpPr txBox="1"/>
          <p:nvPr>
            <p:ph idx="3" type="body"/>
          </p:nvPr>
        </p:nvSpPr>
        <p:spPr>
          <a:xfrm>
            <a:off x="2837300" y="1693125"/>
            <a:ext cx="5903700" cy="6141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r>
              <a:rPr lang="en" sz="1600"/>
              <a:t>The technical builder of the team who develops models and algorithms through AI to create solutions to </a:t>
            </a:r>
            <a:r>
              <a:rPr lang="en" sz="1600"/>
              <a:t>any</a:t>
            </a:r>
            <a:r>
              <a:rPr lang="en" sz="1600"/>
              <a:t> problems.</a:t>
            </a:r>
            <a:endParaRPr sz="1600"/>
          </a:p>
        </p:txBody>
      </p:sp>
      <p:sp>
        <p:nvSpPr>
          <p:cNvPr id="476" name="Google Shape;476;p57"/>
          <p:cNvSpPr txBox="1"/>
          <p:nvPr>
            <p:ph idx="5" type="body"/>
          </p:nvPr>
        </p:nvSpPr>
        <p:spPr>
          <a:xfrm>
            <a:off x="2738450" y="2921225"/>
            <a:ext cx="6002700" cy="614100"/>
          </a:xfrm>
          <a:prstGeom prst="rect">
            <a:avLst/>
          </a:prstGeom>
        </p:spPr>
        <p:txBody>
          <a:bodyPr anchorCtr="0" anchor="ctr" bIns="91425" lIns="91425" spcFirstLastPara="1" rIns="91425" wrap="square" tIns="91425">
            <a:normAutofit fontScale="92500" lnSpcReduction="10000"/>
          </a:bodyPr>
          <a:lstStyle/>
          <a:p>
            <a:pPr indent="0" lvl="0" marL="0" rtl="0" algn="r">
              <a:spcBef>
                <a:spcPts val="0"/>
              </a:spcBef>
              <a:spcAft>
                <a:spcPts val="0"/>
              </a:spcAft>
              <a:buNone/>
            </a:pPr>
            <a:r>
              <a:rPr lang="en" sz="1600"/>
              <a:t>The </a:t>
            </a:r>
            <a:r>
              <a:rPr lang="en" sz="1600"/>
              <a:t>person</a:t>
            </a:r>
            <a:r>
              <a:rPr lang="en" sz="1600"/>
              <a:t> who makes timelines and </a:t>
            </a:r>
            <a:r>
              <a:rPr lang="en" sz="1600"/>
              <a:t>orchestrates</a:t>
            </a:r>
            <a:r>
              <a:rPr lang="en" sz="1600"/>
              <a:t> and handle risks to ensure the team builds the solution correctly on schedule.</a:t>
            </a:r>
            <a:endParaRPr sz="1600"/>
          </a:p>
        </p:txBody>
      </p:sp>
      <p:sp>
        <p:nvSpPr>
          <p:cNvPr id="477" name="Google Shape;477;p57"/>
          <p:cNvSpPr txBox="1"/>
          <p:nvPr>
            <p:ph idx="15" type="body"/>
          </p:nvPr>
        </p:nvSpPr>
        <p:spPr>
          <a:xfrm>
            <a:off x="396350" y="1710599"/>
            <a:ext cx="42342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AI Engineer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8"/>
          <p:cNvSpPr txBox="1"/>
          <p:nvPr>
            <p:ph type="title"/>
          </p:nvPr>
        </p:nvSpPr>
        <p:spPr>
          <a:xfrm>
            <a:off x="311700" y="194600"/>
            <a:ext cx="3872100" cy="111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7000">
                <a:latin typeface="Times"/>
                <a:ea typeface="Times"/>
                <a:cs typeface="Times"/>
                <a:sym typeface="Times"/>
              </a:rPr>
              <a:t>Risks</a:t>
            </a:r>
            <a:endParaRPr sz="7000">
              <a:latin typeface="Times"/>
              <a:ea typeface="Times"/>
              <a:cs typeface="Times"/>
              <a:sym typeface="Times"/>
            </a:endParaRPr>
          </a:p>
        </p:txBody>
      </p:sp>
      <p:sp>
        <p:nvSpPr>
          <p:cNvPr id="483" name="Google Shape;483;p58"/>
          <p:cNvSpPr txBox="1"/>
          <p:nvPr>
            <p:ph idx="1" type="body"/>
          </p:nvPr>
        </p:nvSpPr>
        <p:spPr>
          <a:xfrm>
            <a:off x="155850" y="1221900"/>
            <a:ext cx="8832300" cy="33615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sz="2900">
                <a:latin typeface="Times New Roman"/>
                <a:ea typeface="Times New Roman"/>
                <a:cs typeface="Times New Roman"/>
                <a:sym typeface="Times New Roman"/>
              </a:rPr>
              <a:t>Risks can include multiple things if you get caught in the scam. Risks can be either small to huge, significant problems and conflicts. Some include financial loss, identity theft, reputational damage, and operational disruptions for people or huge businesses! If you don’t follow our protocols or our steps key for our foundation then you may get caught in this phishing scam. Our company, Predator catchers, informs you and helps you not get caught in these phishing scams.</a:t>
            </a:r>
            <a:r>
              <a:rPr lang="en"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9"/>
          <p:cNvSpPr txBox="1"/>
          <p:nvPr>
            <p:ph type="title"/>
          </p:nvPr>
        </p:nvSpPr>
        <p:spPr>
          <a:xfrm>
            <a:off x="77450" y="0"/>
            <a:ext cx="8564700" cy="121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accent1"/>
              </a:buClr>
              <a:buSzPts val="1100"/>
              <a:buFont typeface="Arial"/>
              <a:buNone/>
            </a:pPr>
            <a:r>
              <a:rPr lang="en" sz="6700">
                <a:latin typeface="Times"/>
                <a:ea typeface="Times"/>
                <a:cs typeface="Times"/>
                <a:sym typeface="Times"/>
              </a:rPr>
              <a:t>Training Strategy.md</a:t>
            </a:r>
            <a:endParaRPr sz="6700">
              <a:latin typeface="Times"/>
              <a:ea typeface="Times"/>
              <a:cs typeface="Times"/>
              <a:sym typeface="Times"/>
            </a:endParaRPr>
          </a:p>
        </p:txBody>
      </p:sp>
      <p:sp>
        <p:nvSpPr>
          <p:cNvPr id="489" name="Google Shape;489;p59"/>
          <p:cNvSpPr txBox="1"/>
          <p:nvPr/>
        </p:nvSpPr>
        <p:spPr>
          <a:xfrm>
            <a:off x="315300" y="1213500"/>
            <a:ext cx="8123400" cy="3140100"/>
          </a:xfrm>
          <a:prstGeom prst="rect">
            <a:avLst/>
          </a:prstGeom>
          <a:noFill/>
          <a:ln>
            <a:noFill/>
          </a:ln>
        </p:spPr>
        <p:txBody>
          <a:bodyPr anchorCtr="0" anchor="t" bIns="91425" lIns="91425" spcFirstLastPara="1" rIns="91425" wrap="square" tIns="91425">
            <a:spAutoFit/>
          </a:bodyPr>
          <a:lstStyle/>
          <a:p>
            <a:pPr indent="457200" lvl="0" marL="0" rtl="0" algn="l">
              <a:lnSpc>
                <a:spcPct val="80000"/>
              </a:lnSpc>
              <a:spcBef>
                <a:spcPts val="0"/>
              </a:spcBef>
              <a:spcAft>
                <a:spcPts val="0"/>
              </a:spcAft>
              <a:buNone/>
            </a:pPr>
            <a:r>
              <a:rPr lang="en" sz="2400">
                <a:solidFill>
                  <a:schemeClr val="lt1"/>
                </a:solidFill>
                <a:latin typeface="Times"/>
                <a:ea typeface="Times"/>
                <a:cs typeface="Times"/>
                <a:sym typeface="Times"/>
              </a:rPr>
              <a:t>Our company educates and teaches our employees our rules and how to </a:t>
            </a:r>
            <a:r>
              <a:rPr lang="en" sz="2400">
                <a:solidFill>
                  <a:schemeClr val="lt1"/>
                </a:solidFill>
                <a:latin typeface="Times"/>
                <a:ea typeface="Times"/>
                <a:cs typeface="Times"/>
                <a:sym typeface="Times"/>
              </a:rPr>
              <a:t>prevent</a:t>
            </a:r>
            <a:r>
              <a:rPr lang="en" sz="2400">
                <a:solidFill>
                  <a:schemeClr val="lt1"/>
                </a:solidFill>
                <a:latin typeface="Times"/>
                <a:ea typeface="Times"/>
                <a:cs typeface="Times"/>
                <a:sym typeface="Times"/>
              </a:rPr>
              <a:t> accidents from </a:t>
            </a:r>
            <a:r>
              <a:rPr lang="en" sz="2400">
                <a:solidFill>
                  <a:schemeClr val="lt1"/>
                </a:solidFill>
                <a:latin typeface="Times"/>
                <a:ea typeface="Times"/>
                <a:cs typeface="Times"/>
                <a:sym typeface="Times"/>
              </a:rPr>
              <a:t>happening</a:t>
            </a:r>
            <a:r>
              <a:rPr lang="en" sz="2400">
                <a:solidFill>
                  <a:schemeClr val="lt1"/>
                </a:solidFill>
                <a:latin typeface="Times"/>
                <a:ea typeface="Times"/>
                <a:cs typeface="Times"/>
                <a:sym typeface="Times"/>
              </a:rPr>
              <a:t> in phishing </a:t>
            </a:r>
            <a:r>
              <a:rPr lang="en" sz="2400">
                <a:solidFill>
                  <a:schemeClr val="lt1"/>
                </a:solidFill>
                <a:latin typeface="Times"/>
                <a:ea typeface="Times"/>
                <a:cs typeface="Times"/>
                <a:sym typeface="Times"/>
              </a:rPr>
              <a:t>incidents</a:t>
            </a:r>
            <a:r>
              <a:rPr lang="en" sz="2400">
                <a:solidFill>
                  <a:schemeClr val="lt1"/>
                </a:solidFill>
                <a:latin typeface="Times"/>
                <a:ea typeface="Times"/>
                <a:cs typeface="Times"/>
                <a:sym typeface="Times"/>
              </a:rPr>
              <a:t>. It also gives the best practices for our employees to learn the best knowledge they can get and discover. Our company has a specialized plan to make our employees knowledgeable, share information, and protect them also from phishing scams and techniques. We have some rule books, and some websites other employees have created  to help people and our company’s customers learn and explore our ways on benefiting people information.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0"/>
          <p:cNvSpPr txBox="1"/>
          <p:nvPr>
            <p:ph type="title"/>
          </p:nvPr>
        </p:nvSpPr>
        <p:spPr>
          <a:xfrm>
            <a:off x="296350" y="245800"/>
            <a:ext cx="7354200" cy="819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200">
                <a:latin typeface="Times"/>
                <a:ea typeface="Times"/>
                <a:cs typeface="Times"/>
                <a:sym typeface="Times"/>
              </a:rPr>
              <a:t>Risk </a:t>
            </a:r>
            <a:r>
              <a:rPr lang="en" sz="5200">
                <a:latin typeface="Times"/>
                <a:ea typeface="Times"/>
                <a:cs typeface="Times"/>
                <a:sym typeface="Times"/>
              </a:rPr>
              <a:t>Management.md</a:t>
            </a:r>
            <a:endParaRPr sz="5200">
              <a:latin typeface="Times"/>
              <a:ea typeface="Times"/>
              <a:cs typeface="Times"/>
              <a:sym typeface="Times"/>
            </a:endParaRPr>
          </a:p>
        </p:txBody>
      </p:sp>
      <p:sp>
        <p:nvSpPr>
          <p:cNvPr id="495" name="Google Shape;495;p60"/>
          <p:cNvSpPr txBox="1"/>
          <p:nvPr>
            <p:ph idx="1" type="body"/>
          </p:nvPr>
        </p:nvSpPr>
        <p:spPr>
          <a:xfrm>
            <a:off x="64650" y="1036233"/>
            <a:ext cx="9014700" cy="3938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2400">
                <a:latin typeface="Times"/>
                <a:ea typeface="Times"/>
                <a:cs typeface="Times"/>
                <a:sym typeface="Times"/>
              </a:rPr>
              <a:t>    Top Three Risks for Phishing that can get you </a:t>
            </a:r>
            <a:r>
              <a:rPr lang="en" sz="2400">
                <a:latin typeface="Times"/>
                <a:ea typeface="Times"/>
                <a:cs typeface="Times"/>
                <a:sym typeface="Times"/>
              </a:rPr>
              <a:t>pulled</a:t>
            </a:r>
            <a:r>
              <a:rPr lang="en" sz="2400">
                <a:latin typeface="Times"/>
                <a:ea typeface="Times"/>
                <a:cs typeface="Times"/>
                <a:sym typeface="Times"/>
              </a:rPr>
              <a:t> in.</a:t>
            </a:r>
            <a:endParaRPr sz="2400">
              <a:latin typeface="Times"/>
              <a:ea typeface="Times"/>
              <a:cs typeface="Times"/>
              <a:sym typeface="Times"/>
            </a:endParaRPr>
          </a:p>
          <a:p>
            <a:pPr indent="0" lvl="0" marL="0" rtl="0" algn="l">
              <a:spcBef>
                <a:spcPts val="0"/>
              </a:spcBef>
              <a:spcAft>
                <a:spcPts val="0"/>
              </a:spcAft>
              <a:buNone/>
            </a:pPr>
            <a:r>
              <a:t/>
            </a:r>
            <a:endParaRPr sz="2400">
              <a:latin typeface="Times"/>
              <a:ea typeface="Times"/>
              <a:cs typeface="Times"/>
              <a:sym typeface="Times"/>
            </a:endParaRPr>
          </a:p>
          <a:p>
            <a:pPr indent="0" lvl="0" marL="0" rtl="0" algn="l">
              <a:spcBef>
                <a:spcPts val="0"/>
              </a:spcBef>
              <a:spcAft>
                <a:spcPts val="0"/>
              </a:spcAft>
              <a:buNone/>
            </a:pPr>
            <a:r>
              <a:rPr lang="en" sz="2400">
                <a:latin typeface="Times"/>
                <a:ea typeface="Times"/>
                <a:cs typeface="Times"/>
                <a:sym typeface="Times"/>
              </a:rPr>
              <a:t>One: Attackers send emails that mimic trusted sources. People can get very very deep and into the scam. It looks very trustworthy. Make sure to Verify, use MFA, report, and avoid clicking + downloading.</a:t>
            </a:r>
            <a:endParaRPr sz="2400">
              <a:latin typeface="Times"/>
              <a:ea typeface="Times"/>
              <a:cs typeface="Times"/>
              <a:sym typeface="Times"/>
            </a:endParaRPr>
          </a:p>
          <a:p>
            <a:pPr indent="0" lvl="0" marL="0" rtl="0" algn="l">
              <a:spcBef>
                <a:spcPts val="0"/>
              </a:spcBef>
              <a:spcAft>
                <a:spcPts val="0"/>
              </a:spcAft>
              <a:buNone/>
            </a:pPr>
            <a:r>
              <a:t/>
            </a:r>
            <a:endParaRPr sz="2400">
              <a:latin typeface="Times"/>
              <a:ea typeface="Times"/>
              <a:cs typeface="Times"/>
              <a:sym typeface="Times"/>
            </a:endParaRPr>
          </a:p>
          <a:p>
            <a:pPr indent="0" lvl="0" marL="0" rtl="0" algn="l">
              <a:spcBef>
                <a:spcPts val="0"/>
              </a:spcBef>
              <a:spcAft>
                <a:spcPts val="0"/>
              </a:spcAft>
              <a:buNone/>
            </a:pPr>
            <a:r>
              <a:rPr lang="en" sz="2400">
                <a:latin typeface="Times"/>
                <a:ea typeface="Times"/>
                <a:cs typeface="Times"/>
                <a:sym typeface="Times"/>
              </a:rPr>
              <a:t>Two: Highly targeted attacks use personal or lots of research to have convincing ways to manipulate you. Be cautious, limit access and block </a:t>
            </a:r>
            <a:r>
              <a:rPr lang="en" sz="2400">
                <a:latin typeface="Times"/>
                <a:ea typeface="Times"/>
                <a:cs typeface="Times"/>
                <a:sym typeface="Times"/>
              </a:rPr>
              <a:t>suspicious</a:t>
            </a:r>
            <a:r>
              <a:rPr lang="en" sz="2400">
                <a:latin typeface="Times"/>
                <a:ea typeface="Times"/>
                <a:cs typeface="Times"/>
                <a:sym typeface="Times"/>
              </a:rPr>
              <a:t> sites</a:t>
            </a:r>
            <a:endParaRPr sz="2400">
              <a:latin typeface="Times"/>
              <a:ea typeface="Times"/>
              <a:cs typeface="Times"/>
              <a:sym typeface="Times"/>
            </a:endParaRPr>
          </a:p>
          <a:p>
            <a:pPr indent="0" lvl="0" marL="0" rtl="0" algn="l">
              <a:spcBef>
                <a:spcPts val="0"/>
              </a:spcBef>
              <a:spcAft>
                <a:spcPts val="0"/>
              </a:spcAft>
              <a:buNone/>
            </a:pPr>
            <a:r>
              <a:t/>
            </a:r>
            <a:endParaRPr sz="2400">
              <a:latin typeface="Times"/>
              <a:ea typeface="Times"/>
              <a:cs typeface="Times"/>
              <a:sym typeface="Times"/>
            </a:endParaRPr>
          </a:p>
          <a:p>
            <a:pPr indent="0" lvl="0" marL="0" rtl="0" algn="l">
              <a:spcBef>
                <a:spcPts val="0"/>
              </a:spcBef>
              <a:spcAft>
                <a:spcPts val="0"/>
              </a:spcAft>
              <a:buNone/>
            </a:pPr>
            <a:r>
              <a:rPr lang="en" sz="2400">
                <a:latin typeface="Times"/>
                <a:ea typeface="Times"/>
                <a:cs typeface="Times"/>
                <a:sym typeface="Times"/>
              </a:rPr>
              <a:t>Three: Malicious links or files can install malware, </a:t>
            </a:r>
            <a:r>
              <a:rPr lang="en" sz="2400">
                <a:latin typeface="Times"/>
                <a:ea typeface="Times"/>
                <a:cs typeface="Times"/>
                <a:sym typeface="Times"/>
              </a:rPr>
              <a:t>ransomware, or spyware. Hover over links, scan attachments, keep software patched, and use email security gateways.</a:t>
            </a:r>
            <a:endParaRPr sz="2400">
              <a:latin typeface="Times"/>
              <a:ea typeface="Times"/>
              <a:cs typeface="Times"/>
              <a:sym typeface="Time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1"/>
          <p:cNvSpPr txBox="1"/>
          <p:nvPr>
            <p:ph idx="1" type="subTitle"/>
          </p:nvPr>
        </p:nvSpPr>
        <p:spPr>
          <a:xfrm>
            <a:off x="195478" y="1388550"/>
            <a:ext cx="7957500" cy="2366400"/>
          </a:xfrm>
          <a:prstGeom prst="rect">
            <a:avLst/>
          </a:prstGeom>
        </p:spPr>
        <p:txBody>
          <a:bodyPr anchorCtr="0" anchor="t" bIns="91425" lIns="91425" spcFirstLastPara="1" rIns="91425" wrap="square" tIns="91425">
            <a:noAutofit/>
          </a:bodyPr>
          <a:lstStyle/>
          <a:p>
            <a:pPr indent="457200" lvl="0" marL="0" marR="0" rtl="0" algn="l">
              <a:lnSpc>
                <a:spcPct val="80000"/>
              </a:lnSpc>
              <a:spcBef>
                <a:spcPts val="0"/>
              </a:spcBef>
              <a:spcAft>
                <a:spcPts val="0"/>
              </a:spcAft>
              <a:buNone/>
            </a:pPr>
            <a:r>
              <a:rPr lang="en" sz="3000">
                <a:latin typeface="Times"/>
                <a:ea typeface="Times"/>
                <a:cs typeface="Times"/>
                <a:sym typeface="Times"/>
              </a:rPr>
              <a:t>Cybersecurity incident response (IR) is an organization’s organized methodology for detecting, containing, and recovering from </a:t>
            </a:r>
            <a:r>
              <a:rPr lang="en" sz="3000">
                <a:latin typeface="Times"/>
                <a:ea typeface="Times"/>
                <a:cs typeface="Times"/>
                <a:sym typeface="Times"/>
              </a:rPr>
              <a:t>cyber attacks</a:t>
            </a:r>
            <a:r>
              <a:rPr lang="en" sz="3000">
                <a:latin typeface="Times"/>
                <a:ea typeface="Times"/>
                <a:cs typeface="Times"/>
                <a:sym typeface="Times"/>
              </a:rPr>
              <a:t> or data breaches. The primary goal is to limit damage, minimize operational downtime, and prevent future incidents by following a structured, standardized plan.</a:t>
            </a:r>
            <a:endParaRPr sz="3000">
              <a:latin typeface="Times"/>
              <a:ea typeface="Times"/>
              <a:cs typeface="Times"/>
              <a:sym typeface="Times"/>
            </a:endParaRPr>
          </a:p>
        </p:txBody>
      </p:sp>
      <p:sp>
        <p:nvSpPr>
          <p:cNvPr id="501" name="Google Shape;501;p61"/>
          <p:cNvSpPr txBox="1"/>
          <p:nvPr>
            <p:ph type="title"/>
          </p:nvPr>
        </p:nvSpPr>
        <p:spPr>
          <a:xfrm>
            <a:off x="13673" y="-1491468"/>
            <a:ext cx="8321100" cy="265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7100"/>
              <a:t>Incident Response</a:t>
            </a:r>
            <a:endParaRPr sz="7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7" name="Google Shape;507;p62"/>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 01</a:t>
            </a:r>
            <a:endParaRPr/>
          </a:p>
        </p:txBody>
      </p:sp>
      <p:sp>
        <p:nvSpPr>
          <p:cNvPr id="508" name="Google Shape;508;p62"/>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GUESS THE OBJECT</a:t>
            </a:r>
            <a:endParaRPr/>
          </a:p>
        </p:txBody>
      </p:sp>
      <p:sp>
        <p:nvSpPr>
          <p:cNvPr id="509" name="Google Shape;509;p62"/>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 01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5" name="Google Shape;515;p63"/>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GUESS THE OBJECT</a:t>
            </a:r>
            <a:endParaRPr/>
          </a:p>
        </p:txBody>
      </p:sp>
      <p:sp>
        <p:nvSpPr>
          <p:cNvPr id="516" name="Google Shape;516;p63"/>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WINNER</a:t>
            </a:r>
            <a:endParaRPr/>
          </a:p>
        </p:txBody>
      </p:sp>
      <p:sp>
        <p:nvSpPr>
          <p:cNvPr id="517" name="Google Shape;517;p63"/>
          <p:cNvSpPr txBox="1"/>
          <p:nvPr>
            <p:ph idx="3" type="body"/>
          </p:nvPr>
        </p:nvSpPr>
        <p:spPr>
          <a:xfrm>
            <a:off x="365625" y="794977"/>
            <a:ext cx="8412600" cy="137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CONGRATULATIONS,</a:t>
            </a:r>
            <a:br>
              <a:rPr lang="en"/>
            </a:br>
            <a:r>
              <a:rPr lang="en"/>
              <a:t>THE WINNER IS </a:t>
            </a:r>
            <a:r>
              <a:rPr lang="en">
                <a:solidFill>
                  <a:schemeClr val="dk2"/>
                </a:solidFill>
              </a:rPr>
              <a:t>XXX</a:t>
            </a:r>
            <a:r>
              <a:rPr lang="en"/>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3" name="Google Shape;523;p64"/>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GUESS THE OBJECT</a:t>
            </a:r>
            <a:endParaRPr/>
          </a:p>
        </p:txBody>
      </p:sp>
      <p:sp>
        <p:nvSpPr>
          <p:cNvPr id="524" name="Google Shape;524;p64"/>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 02</a:t>
            </a:r>
            <a:endParaRPr/>
          </a:p>
        </p:txBody>
      </p:sp>
      <p:sp>
        <p:nvSpPr>
          <p:cNvPr id="525" name="Google Shape;525;p64"/>
          <p:cNvSpPr txBox="1"/>
          <p:nvPr>
            <p:ph idx="4" type="body"/>
          </p:nvPr>
        </p:nvSpPr>
        <p:spPr>
          <a:xfrm>
            <a:off x="3242173" y="2398650"/>
            <a:ext cx="54276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 Here</a:t>
            </a:r>
            <a:endParaRPr/>
          </a:p>
        </p:txBody>
      </p:sp>
      <p:sp>
        <p:nvSpPr>
          <p:cNvPr id="526" name="Google Shape;526;p64"/>
          <p:cNvSpPr txBox="1"/>
          <p:nvPr>
            <p:ph idx="5" type="subTitle"/>
          </p:nvPr>
        </p:nvSpPr>
        <p:spPr>
          <a:xfrm>
            <a:off x="3242158" y="1785900"/>
            <a:ext cx="2167200" cy="32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ducational Games #4">
  <a:themeElements>
    <a:clrScheme name="Simple Light">
      <a:dk1>
        <a:srgbClr val="FFA38F"/>
      </a:dk1>
      <a:lt1>
        <a:srgbClr val="631212"/>
      </a:lt1>
      <a:dk2>
        <a:srgbClr val="FFFFFF"/>
      </a:dk2>
      <a:lt2>
        <a:srgbClr val="DDDDD8"/>
      </a:lt2>
      <a:accent1>
        <a:srgbClr val="2F4550"/>
      </a:accent1>
      <a:accent2>
        <a:srgbClr val="586F7C"/>
      </a:accent2>
      <a:accent3>
        <a:srgbClr val="9AC4F8"/>
      </a:accent3>
      <a:accent4>
        <a:srgbClr val="FFFECB"/>
      </a:accent4>
      <a:accent5>
        <a:srgbClr val="638475"/>
      </a:accent5>
      <a:accent6>
        <a:srgbClr val="635380"/>
      </a:accent6>
      <a:hlink>
        <a:srgbClr val="FFA38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